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Lst>
  <p:sldSz cy="5143500" cx="9144000"/>
  <p:notesSz cx="6858000" cy="9144000"/>
  <p:embeddedFontLst>
    <p:embeddedFont>
      <p:font typeface="Manrope"/>
      <p:regular r:id="rId13"/>
      <p:bold r:id="rId14"/>
    </p:embeddedFont>
    <p:embeddedFont>
      <p:font typeface="Newsreader"/>
      <p:regular r:id="rId15"/>
      <p:bold r:id="rId16"/>
      <p:italic r:id="rId17"/>
      <p:bold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font" Target="fonts/Manrope-regular.fntdata"/><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font" Target="fonts/Newsreader-regular.fntdata"/><Relationship Id="rId14" Type="http://schemas.openxmlformats.org/officeDocument/2006/relationships/font" Target="fonts/Manrope-bold.fntdata"/><Relationship Id="rId17" Type="http://schemas.openxmlformats.org/officeDocument/2006/relationships/font" Target="fonts/Newsreader-italic.fntdata"/><Relationship Id="rId16" Type="http://schemas.openxmlformats.org/officeDocument/2006/relationships/font" Target="fonts/Newsreader-bold.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18" Type="http://schemas.openxmlformats.org/officeDocument/2006/relationships/font" Target="fonts/Newsreader-boldItalic.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a8ca17d625_2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Hi I am Odysseas…Miltiadis…. And Quinn. We partnered with Odysseas’ startup Unloket</a:t>
            </a:r>
            <a:endParaRPr/>
          </a:p>
        </p:txBody>
      </p:sp>
      <p:sp>
        <p:nvSpPr>
          <p:cNvPr id="127" name="Google Shape;127;g3a8ca17d625_2_75:notes"/>
          <p:cNvSpPr/>
          <p:nvPr>
            <p:ph idx="2" type="sldImg"/>
          </p:nvPr>
        </p:nvSpPr>
        <p:spPr>
          <a:xfrm>
            <a:off x="1142653" y="685800"/>
            <a:ext cx="4573369"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a8ca17d625_2_86:notes"/>
          <p:cNvSpPr/>
          <p:nvPr>
            <p:ph idx="2" type="sldImg"/>
          </p:nvPr>
        </p:nvSpPr>
        <p:spPr>
          <a:xfrm>
            <a:off x="-375" y="0"/>
            <a:ext cx="3000751"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8" name="Google Shape;138;g3a8ca17d625_2_8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 sz="1100">
                <a:solidFill>
                  <a:schemeClr val="dk1"/>
                </a:solidFill>
              </a:rPr>
              <a:t>When staying at a hotel you’re likely going to have requests or need help from the front desk. And to ask these questions you either have to walk down to the front desk, call the front desk, or if they have the option of texting you text them.</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100">
                <a:solidFill>
                  <a:schemeClr val="dk1"/>
                </a:solidFill>
              </a:rPr>
              <a:t>These questions are usually all the same…..’When is checkout?’ Where is the gym? Can I get more towels?..... And Staff have to answer these questions one by one every single time.</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100">
                <a:solidFill>
                  <a:schemeClr val="dk1"/>
                </a:solidFill>
              </a:rPr>
              <a:t>One thing that Odysseas sought to capitalize on is that none of this information actually goes anywhere. Management has no idea what guests are actually asking, which problems keep coming up, and what is being done to fix them”</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100">
                <a:solidFill>
                  <a:schemeClr val="dk1"/>
                </a:solidFill>
              </a:rPr>
              <a:t>Unlocked seeks to solve this. Unlocked is an AI Concierge service that handles all of guest’s messaging automatically, over text and Whatsapp. He is using Unloket to compete in the 2026 New Venture Challenge and for this project, we pulled real data from the hotels that his company is working with, and built a dashboard to figure out what is actually going on.”</a:t>
            </a:r>
            <a:endParaRPr sz="1100">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Open strong. Don't start with intros — just get into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'Hotels generate thousands of guest interactions every week and almost none of it gets analyzed. The front desk is buried answering the same questions, and management has no visibility into what's actually happening on the floor.'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'One of our group members, Odysseas, is actually building the solution — Unloket is his startup, competing in this year's New Venture Challenge. He gave us direct access to real SMS data from a live hotel property, and we built a dashboard to surface what was actually going 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~45 seconds. Establish the pain before you explain the solution.</a:t>
            </a:r>
            <a:endParaRPr/>
          </a:p>
        </p:txBody>
      </p:sp>
      <p:sp>
        <p:nvSpPr>
          <p:cNvPr id="139" name="Google Shape;139;g3a8ca17d625_2_8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a8ca17d625_2_108:notes"/>
          <p:cNvSpPr/>
          <p:nvPr>
            <p:ph idx="2" type="sldImg"/>
          </p:nvPr>
        </p:nvSpPr>
        <p:spPr>
          <a:xfrm>
            <a:off x="-375" y="0"/>
            <a:ext cx="3000751"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1" name="Google Shape;161;g3a8ca17d625_2_10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100">
                <a:solidFill>
                  <a:schemeClr val="dk1"/>
                </a:solidFill>
              </a:rPr>
              <a:t>The largest component of the data is about 3,600 messages from 5 months of real conversations between guests and the hotel at 16 different locations. These messages are pulled straight from Odysseas’ platform so they’re not scraped from somewhere or made up in any sort of way. These actual messages are tagged with things like what kind of request it was, whether AI handled it or staff handled it, how long it took to respond and how satisfied the guest was. We of course had to clean up this data before incorporating it or building anything with it. We filtered out nulls, had to run some topic modelling…</a:t>
            </a:r>
            <a:endParaRPr sz="1100">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Keep it under 40 seconds.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data came directly from Odysseas's platform — real SMS and WhatsApp conversations between guests and a hotel his company is actively working with. 3,641 messages, five months, one live property.'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'Each message was logged with the inquiry category, who handled it, response time, satisfaction scores, and timestamps. We cleaned and validated everything before building anything — filtering out nulls rather than imputing them.'</a:t>
            </a:r>
            <a:endParaRPr/>
          </a:p>
        </p:txBody>
      </p:sp>
      <p:sp>
        <p:nvSpPr>
          <p:cNvPr id="162" name="Google Shape;162;g3a8ca17d625_2_10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eb38ef4e9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eb38ef4e9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a8ca17d625_2_175:notes"/>
          <p:cNvSpPr/>
          <p:nvPr>
            <p:ph idx="2" type="sldImg"/>
          </p:nvPr>
        </p:nvSpPr>
        <p:spPr>
          <a:xfrm>
            <a:off x="-375" y="0"/>
            <a:ext cx="3000751"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3" name="Google Shape;203;g3a8ca17d625_2_17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 sz="1100">
                <a:solidFill>
                  <a:schemeClr val="dk1"/>
                </a:solidFill>
              </a:rPr>
              <a:t>So up top you've got the KPI tiles — satisfaction is sitting at 86%, response time is fast, AI is handling about 36% of conversations on its own. If you drop down to the categories, General FAQ is by far the biggest — that's 63% of all requests, stuff the AI handles easily. Maintenance is where most of the escalations happen — that's where a human still needs to get involved. And the line chart shows you how usage trended over time.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One line: 'Here's the dashboard.' Then switch to Tableau.</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Have it open and ready before you start presenting.</a:t>
            </a:r>
            <a:endParaRPr/>
          </a:p>
        </p:txBody>
      </p:sp>
      <p:sp>
        <p:nvSpPr>
          <p:cNvPr id="204" name="Google Shape;204;g3a8ca17d625_2_17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a8ca17d625_2_185:notes"/>
          <p:cNvSpPr/>
          <p:nvPr>
            <p:ph idx="2" type="sldImg"/>
          </p:nvPr>
        </p:nvSpPr>
        <p:spPr>
          <a:xfrm>
            <a:off x="-375" y="0"/>
            <a:ext cx="3000751"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4" name="Google Shape;214;g3a8ca17d625_2_18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 sz="1100">
                <a:solidFill>
                  <a:schemeClr val="dk1"/>
                </a:solidFill>
              </a:rPr>
              <a:t>After seeing our dashboard and data, what does this actually tell us?</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100">
                <a:solidFill>
                  <a:schemeClr val="dk1"/>
                </a:solidFill>
              </a:rPr>
              <a:t>The AI is already handling more than a third of conversations with zero staff involvement, and guests are still coming away satisfied 86% of the time. We are happy with that stat.</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100">
                <a:solidFill>
                  <a:schemeClr val="dk1"/>
                </a:solidFill>
              </a:rPr>
              <a:t>The biggest opportunity is still the general Frequently Asked Question, that’s where most of the volume is and that is exactly what the AI is built for.</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100">
                <a:solidFill>
                  <a:schemeClr val="dk1"/>
                </a:solidFill>
              </a:rPr>
              <a:t>But the biggest thing for us is what this dashboard means to Odysseas. In the past, when he's pitching Unloket to a hotel, he's basically demoing the AI and hoping they believe it works. With this, he can walk in and show them exactly what happened at a real property….  “Here's your response time, here's your satisfaction score, here's how much staff time you saved.” That's incredibly valuable from his perspective. </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100">
                <a:solidFill>
                  <a:schemeClr val="dk1"/>
                </a:solidFill>
              </a:rPr>
              <a:t>And for the New Venture challenge, this is the difference between having a cool product and having a real business case you can discuss.</a:t>
            </a:r>
            <a:endParaRPr sz="1100">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Landing slide after the dashboard demo. Bring it home.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'What did we actually learn?' Hit the four findings on the left, one sentence each.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Then pivot right: 'But here's the bigger point. Most hotels have no structured view into what's happening on the floor. This dashboard gives Odysseas's clients that for the first time.'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'When he walks into a sales conversation, he can show a hotel owner exactly what the platform surfaced at his last pilot property. That's a completely different conversation than just demoing the AI.'</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the New Venture Challenge — this is the difference between having a product and having a business.'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Close there. Total should be right at 4-5 minutes.</a:t>
            </a:r>
            <a:endParaRPr/>
          </a:p>
        </p:txBody>
      </p:sp>
      <p:sp>
        <p:nvSpPr>
          <p:cNvPr id="215" name="Google Shape;215;g3a8ca17d625_2_18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4"/>
          <p:cNvSpPr txBox="1"/>
          <p:nvPr>
            <p:ph idx="10" type="dt"/>
          </p:nvPr>
        </p:nvSpPr>
        <p:spPr>
          <a:xfrm>
            <a:off x="342986" y="4767263"/>
            <a:ext cx="1600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8" name="Google Shape;58;p14"/>
          <p:cNvSpPr txBox="1"/>
          <p:nvPr>
            <p:ph idx="11" type="ftr"/>
          </p:nvPr>
        </p:nvSpPr>
        <p:spPr>
          <a:xfrm>
            <a:off x="2343736" y="4767263"/>
            <a:ext cx="2172243"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Google Shape;59;p14"/>
          <p:cNvSpPr txBox="1"/>
          <p:nvPr>
            <p:ph idx="12" type="sldNum"/>
          </p:nvPr>
        </p:nvSpPr>
        <p:spPr>
          <a:xfrm>
            <a:off x="4916130" y="4767263"/>
            <a:ext cx="1600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p15"/>
          <p:cNvSpPr txBox="1"/>
          <p:nvPr>
            <p:ph type="ctrTitle"/>
          </p:nvPr>
        </p:nvSpPr>
        <p:spPr>
          <a:xfrm>
            <a:off x="514479" y="1597819"/>
            <a:ext cx="5830759" cy="1102519"/>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2" name="Google Shape;62;p15"/>
          <p:cNvSpPr txBox="1"/>
          <p:nvPr>
            <p:ph idx="1" type="subTitle"/>
          </p:nvPr>
        </p:nvSpPr>
        <p:spPr>
          <a:xfrm>
            <a:off x="1028957" y="2914650"/>
            <a:ext cx="4801801" cy="1314450"/>
          </a:xfrm>
          <a:prstGeom prst="rect">
            <a:avLst/>
          </a:prstGeom>
          <a:noFill/>
          <a:ln>
            <a:noFill/>
          </a:ln>
        </p:spPr>
        <p:txBody>
          <a:bodyPr anchorCtr="0" anchor="t" bIns="34275" lIns="68575" spcFirstLastPara="1" rIns="68575" wrap="square" tIns="34275">
            <a:normAutofit/>
          </a:bodyPr>
          <a:lstStyle>
            <a:lvl1pPr lvl="0" algn="ctr">
              <a:spcBef>
                <a:spcPts val="500"/>
              </a:spcBef>
              <a:spcAft>
                <a:spcPts val="0"/>
              </a:spcAft>
              <a:buClr>
                <a:srgbClr val="888888"/>
              </a:buClr>
              <a:buSzPts val="2400"/>
              <a:buNone/>
              <a:defRPr>
                <a:solidFill>
                  <a:srgbClr val="888888"/>
                </a:solidFill>
              </a:defRPr>
            </a:lvl1pPr>
            <a:lvl2pPr lvl="1" algn="ctr">
              <a:spcBef>
                <a:spcPts val="400"/>
              </a:spcBef>
              <a:spcAft>
                <a:spcPts val="0"/>
              </a:spcAft>
              <a:buClr>
                <a:srgbClr val="888888"/>
              </a:buClr>
              <a:buSzPts val="2100"/>
              <a:buNone/>
              <a:defRPr>
                <a:solidFill>
                  <a:srgbClr val="888888"/>
                </a:solidFill>
              </a:defRPr>
            </a:lvl2pPr>
            <a:lvl3pPr lvl="2" algn="ctr">
              <a:spcBef>
                <a:spcPts val="400"/>
              </a:spcBef>
              <a:spcAft>
                <a:spcPts val="0"/>
              </a:spcAft>
              <a:buClr>
                <a:srgbClr val="888888"/>
              </a:buClr>
              <a:buSzPts val="1800"/>
              <a:buNone/>
              <a:defRPr>
                <a:solidFill>
                  <a:srgbClr val="888888"/>
                </a:solidFill>
              </a:defRPr>
            </a:lvl3pPr>
            <a:lvl4pPr lvl="3" algn="ctr">
              <a:spcBef>
                <a:spcPts val="300"/>
              </a:spcBef>
              <a:spcAft>
                <a:spcPts val="0"/>
              </a:spcAft>
              <a:buClr>
                <a:srgbClr val="888888"/>
              </a:buClr>
              <a:buSzPts val="1500"/>
              <a:buNone/>
              <a:defRPr>
                <a:solidFill>
                  <a:srgbClr val="888888"/>
                </a:solidFill>
              </a:defRPr>
            </a:lvl4pPr>
            <a:lvl5pPr lvl="4" algn="ctr">
              <a:spcBef>
                <a:spcPts val="300"/>
              </a:spcBef>
              <a:spcAft>
                <a:spcPts val="0"/>
              </a:spcAft>
              <a:buClr>
                <a:srgbClr val="888888"/>
              </a:buClr>
              <a:buSzPts val="1500"/>
              <a:buNone/>
              <a:defRPr>
                <a:solidFill>
                  <a:srgbClr val="888888"/>
                </a:solidFill>
              </a:defRPr>
            </a:lvl5pPr>
            <a:lvl6pPr lvl="5" algn="ctr">
              <a:spcBef>
                <a:spcPts val="300"/>
              </a:spcBef>
              <a:spcAft>
                <a:spcPts val="0"/>
              </a:spcAft>
              <a:buClr>
                <a:srgbClr val="888888"/>
              </a:buClr>
              <a:buSzPts val="1500"/>
              <a:buNone/>
              <a:defRPr>
                <a:solidFill>
                  <a:srgbClr val="888888"/>
                </a:solidFill>
              </a:defRPr>
            </a:lvl6pPr>
            <a:lvl7pPr lvl="6" algn="ctr">
              <a:spcBef>
                <a:spcPts val="300"/>
              </a:spcBef>
              <a:spcAft>
                <a:spcPts val="0"/>
              </a:spcAft>
              <a:buClr>
                <a:srgbClr val="888888"/>
              </a:buClr>
              <a:buSzPts val="1500"/>
              <a:buNone/>
              <a:defRPr>
                <a:solidFill>
                  <a:srgbClr val="888888"/>
                </a:solidFill>
              </a:defRPr>
            </a:lvl7pPr>
            <a:lvl8pPr lvl="7" algn="ctr">
              <a:spcBef>
                <a:spcPts val="300"/>
              </a:spcBef>
              <a:spcAft>
                <a:spcPts val="0"/>
              </a:spcAft>
              <a:buClr>
                <a:srgbClr val="888888"/>
              </a:buClr>
              <a:buSzPts val="1500"/>
              <a:buNone/>
              <a:defRPr>
                <a:solidFill>
                  <a:srgbClr val="888888"/>
                </a:solidFill>
              </a:defRPr>
            </a:lvl8pPr>
            <a:lvl9pPr lvl="8" algn="ctr">
              <a:spcBef>
                <a:spcPts val="300"/>
              </a:spcBef>
              <a:spcAft>
                <a:spcPts val="0"/>
              </a:spcAft>
              <a:buClr>
                <a:srgbClr val="888888"/>
              </a:buClr>
              <a:buSzPts val="1500"/>
              <a:buNone/>
              <a:defRPr>
                <a:solidFill>
                  <a:srgbClr val="888888"/>
                </a:solidFill>
              </a:defRPr>
            </a:lvl9pPr>
          </a:lstStyle>
          <a:p/>
        </p:txBody>
      </p:sp>
      <p:sp>
        <p:nvSpPr>
          <p:cNvPr id="63" name="Google Shape;63;p15"/>
          <p:cNvSpPr txBox="1"/>
          <p:nvPr>
            <p:ph idx="10" type="dt"/>
          </p:nvPr>
        </p:nvSpPr>
        <p:spPr>
          <a:xfrm>
            <a:off x="342986" y="4767263"/>
            <a:ext cx="1600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4" name="Google Shape;64;p15"/>
          <p:cNvSpPr txBox="1"/>
          <p:nvPr>
            <p:ph idx="11" type="ftr"/>
          </p:nvPr>
        </p:nvSpPr>
        <p:spPr>
          <a:xfrm>
            <a:off x="2343736" y="4767263"/>
            <a:ext cx="2172243"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5" name="Google Shape;65;p15"/>
          <p:cNvSpPr txBox="1"/>
          <p:nvPr>
            <p:ph idx="12" type="sldNum"/>
          </p:nvPr>
        </p:nvSpPr>
        <p:spPr>
          <a:xfrm>
            <a:off x="4916130" y="4767263"/>
            <a:ext cx="1600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6" name="Shape 66"/>
        <p:cNvGrpSpPr/>
        <p:nvPr/>
      </p:nvGrpSpPr>
      <p:grpSpPr>
        <a:xfrm>
          <a:off x="0" y="0"/>
          <a:ext cx="0" cy="0"/>
          <a:chOff x="0" y="0"/>
          <a:chExt cx="0" cy="0"/>
        </a:xfrm>
      </p:grpSpPr>
      <p:sp>
        <p:nvSpPr>
          <p:cNvPr id="67" name="Google Shape;67;p16"/>
          <p:cNvSpPr txBox="1"/>
          <p:nvPr>
            <p:ph type="title"/>
          </p:nvPr>
        </p:nvSpPr>
        <p:spPr>
          <a:xfrm>
            <a:off x="342986" y="205978"/>
            <a:ext cx="6173744"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8" name="Google Shape;68;p16"/>
          <p:cNvSpPr txBox="1"/>
          <p:nvPr>
            <p:ph idx="1" type="body"/>
          </p:nvPr>
        </p:nvSpPr>
        <p:spPr>
          <a:xfrm>
            <a:off x="342986" y="1200150"/>
            <a:ext cx="6173744" cy="3394472"/>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69" name="Google Shape;69;p16"/>
          <p:cNvSpPr txBox="1"/>
          <p:nvPr>
            <p:ph idx="10" type="dt"/>
          </p:nvPr>
        </p:nvSpPr>
        <p:spPr>
          <a:xfrm>
            <a:off x="342986" y="4767263"/>
            <a:ext cx="1600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0" name="Google Shape;70;p16"/>
          <p:cNvSpPr txBox="1"/>
          <p:nvPr>
            <p:ph idx="11" type="ftr"/>
          </p:nvPr>
        </p:nvSpPr>
        <p:spPr>
          <a:xfrm>
            <a:off x="2343736" y="4767263"/>
            <a:ext cx="2172243"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1" name="Google Shape;71;p16"/>
          <p:cNvSpPr txBox="1"/>
          <p:nvPr>
            <p:ph idx="12" type="sldNum"/>
          </p:nvPr>
        </p:nvSpPr>
        <p:spPr>
          <a:xfrm>
            <a:off x="4916130" y="4767263"/>
            <a:ext cx="1600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17"/>
          <p:cNvSpPr txBox="1"/>
          <p:nvPr>
            <p:ph type="title"/>
          </p:nvPr>
        </p:nvSpPr>
        <p:spPr>
          <a:xfrm>
            <a:off x="541870" y="3305175"/>
            <a:ext cx="5830759" cy="1021556"/>
          </a:xfrm>
          <a:prstGeom prst="rect">
            <a:avLst/>
          </a:prstGeom>
          <a:noFill/>
          <a:ln>
            <a:noFill/>
          </a:ln>
        </p:spPr>
        <p:txBody>
          <a:bodyPr anchorCtr="0" anchor="t" bIns="34275" lIns="68575" spcFirstLastPara="1" rIns="68575" wrap="square" tIns="34275">
            <a:normAutofit/>
          </a:bodyPr>
          <a:lstStyle>
            <a:lvl1pPr lvl="0" algn="l">
              <a:spcBef>
                <a:spcPts val="0"/>
              </a:spcBef>
              <a:spcAft>
                <a:spcPts val="0"/>
              </a:spcAft>
              <a:buClr>
                <a:schemeClr val="dk1"/>
              </a:buClr>
              <a:buSzPts val="3000"/>
              <a:buFont typeface="Calibri"/>
              <a:buNone/>
              <a:defRPr b="1" sz="3000" cap="none"/>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4" name="Google Shape;74;p17"/>
          <p:cNvSpPr txBox="1"/>
          <p:nvPr>
            <p:ph idx="1" type="body"/>
          </p:nvPr>
        </p:nvSpPr>
        <p:spPr>
          <a:xfrm>
            <a:off x="541870" y="2180035"/>
            <a:ext cx="5830759" cy="1125140"/>
          </a:xfrm>
          <a:prstGeom prst="rect">
            <a:avLst/>
          </a:prstGeom>
          <a:noFill/>
          <a:ln>
            <a:noFill/>
          </a:ln>
        </p:spPr>
        <p:txBody>
          <a:bodyPr anchorCtr="0" anchor="b" bIns="34275" lIns="68575" spcFirstLastPara="1" rIns="68575" wrap="square" tIns="34275">
            <a:normAutofit/>
          </a:bodyPr>
          <a:lstStyle>
            <a:lvl1pPr indent="-228600" lvl="0" marL="457200" algn="l">
              <a:spcBef>
                <a:spcPts val="300"/>
              </a:spcBef>
              <a:spcAft>
                <a:spcPts val="0"/>
              </a:spcAft>
              <a:buClr>
                <a:srgbClr val="888888"/>
              </a:buClr>
              <a:buSzPts val="1500"/>
              <a:buNone/>
              <a:defRPr sz="1500">
                <a:solidFill>
                  <a:srgbClr val="888888"/>
                </a:solidFill>
              </a:defRPr>
            </a:lvl1pPr>
            <a:lvl2pPr indent="-228600" lvl="1" marL="914400" algn="l">
              <a:spcBef>
                <a:spcPts val="300"/>
              </a:spcBef>
              <a:spcAft>
                <a:spcPts val="0"/>
              </a:spcAft>
              <a:buClr>
                <a:srgbClr val="888888"/>
              </a:buClr>
              <a:buSzPts val="1400"/>
              <a:buNone/>
              <a:defRPr sz="1400">
                <a:solidFill>
                  <a:srgbClr val="888888"/>
                </a:solidFill>
              </a:defRPr>
            </a:lvl2pPr>
            <a:lvl3pPr indent="-228600" lvl="2" marL="1371600" algn="l">
              <a:spcBef>
                <a:spcPts val="200"/>
              </a:spcBef>
              <a:spcAft>
                <a:spcPts val="0"/>
              </a:spcAft>
              <a:buClr>
                <a:srgbClr val="888888"/>
              </a:buClr>
              <a:buSzPts val="1200"/>
              <a:buNone/>
              <a:defRPr sz="1200">
                <a:solidFill>
                  <a:srgbClr val="888888"/>
                </a:solidFill>
              </a:defRPr>
            </a:lvl3pPr>
            <a:lvl4pPr indent="-228600" lvl="3" marL="1828800" algn="l">
              <a:spcBef>
                <a:spcPts val="200"/>
              </a:spcBef>
              <a:spcAft>
                <a:spcPts val="0"/>
              </a:spcAft>
              <a:buClr>
                <a:srgbClr val="888888"/>
              </a:buClr>
              <a:buSzPts val="1100"/>
              <a:buNone/>
              <a:defRPr sz="1100">
                <a:solidFill>
                  <a:srgbClr val="888888"/>
                </a:solidFill>
              </a:defRPr>
            </a:lvl4pPr>
            <a:lvl5pPr indent="-228600" lvl="4" marL="2286000" algn="l">
              <a:spcBef>
                <a:spcPts val="200"/>
              </a:spcBef>
              <a:spcAft>
                <a:spcPts val="0"/>
              </a:spcAft>
              <a:buClr>
                <a:srgbClr val="888888"/>
              </a:buClr>
              <a:buSzPts val="1100"/>
              <a:buNone/>
              <a:defRPr sz="1100">
                <a:solidFill>
                  <a:srgbClr val="888888"/>
                </a:solidFill>
              </a:defRPr>
            </a:lvl5pPr>
            <a:lvl6pPr indent="-228600" lvl="5" marL="2743200" algn="l">
              <a:spcBef>
                <a:spcPts val="200"/>
              </a:spcBef>
              <a:spcAft>
                <a:spcPts val="0"/>
              </a:spcAft>
              <a:buClr>
                <a:srgbClr val="888888"/>
              </a:buClr>
              <a:buSzPts val="1100"/>
              <a:buNone/>
              <a:defRPr sz="1100">
                <a:solidFill>
                  <a:srgbClr val="888888"/>
                </a:solidFill>
              </a:defRPr>
            </a:lvl6pPr>
            <a:lvl7pPr indent="-228600" lvl="6" marL="3200400" algn="l">
              <a:spcBef>
                <a:spcPts val="200"/>
              </a:spcBef>
              <a:spcAft>
                <a:spcPts val="0"/>
              </a:spcAft>
              <a:buClr>
                <a:srgbClr val="888888"/>
              </a:buClr>
              <a:buSzPts val="1100"/>
              <a:buNone/>
              <a:defRPr sz="1100">
                <a:solidFill>
                  <a:srgbClr val="888888"/>
                </a:solidFill>
              </a:defRPr>
            </a:lvl7pPr>
            <a:lvl8pPr indent="-228600" lvl="7" marL="3657600" algn="l">
              <a:spcBef>
                <a:spcPts val="200"/>
              </a:spcBef>
              <a:spcAft>
                <a:spcPts val="0"/>
              </a:spcAft>
              <a:buClr>
                <a:srgbClr val="888888"/>
              </a:buClr>
              <a:buSzPts val="1100"/>
              <a:buNone/>
              <a:defRPr sz="1100">
                <a:solidFill>
                  <a:srgbClr val="888888"/>
                </a:solidFill>
              </a:defRPr>
            </a:lvl8pPr>
            <a:lvl9pPr indent="-228600" lvl="8" marL="4114800" algn="l">
              <a:spcBef>
                <a:spcPts val="200"/>
              </a:spcBef>
              <a:spcAft>
                <a:spcPts val="0"/>
              </a:spcAft>
              <a:buClr>
                <a:srgbClr val="888888"/>
              </a:buClr>
              <a:buSzPts val="1100"/>
              <a:buNone/>
              <a:defRPr sz="1100">
                <a:solidFill>
                  <a:srgbClr val="888888"/>
                </a:solidFill>
              </a:defRPr>
            </a:lvl9pPr>
          </a:lstStyle>
          <a:p/>
        </p:txBody>
      </p:sp>
      <p:sp>
        <p:nvSpPr>
          <p:cNvPr id="75" name="Google Shape;75;p17"/>
          <p:cNvSpPr txBox="1"/>
          <p:nvPr>
            <p:ph idx="10" type="dt"/>
          </p:nvPr>
        </p:nvSpPr>
        <p:spPr>
          <a:xfrm>
            <a:off x="342986" y="4767263"/>
            <a:ext cx="1600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6" name="Google Shape;76;p17"/>
          <p:cNvSpPr txBox="1"/>
          <p:nvPr>
            <p:ph idx="11" type="ftr"/>
          </p:nvPr>
        </p:nvSpPr>
        <p:spPr>
          <a:xfrm>
            <a:off x="2343736" y="4767263"/>
            <a:ext cx="2172243"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7" name="Google Shape;77;p17"/>
          <p:cNvSpPr txBox="1"/>
          <p:nvPr>
            <p:ph idx="12" type="sldNum"/>
          </p:nvPr>
        </p:nvSpPr>
        <p:spPr>
          <a:xfrm>
            <a:off x="4916130" y="4767263"/>
            <a:ext cx="1600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8" name="Shape 78"/>
        <p:cNvGrpSpPr/>
        <p:nvPr/>
      </p:nvGrpSpPr>
      <p:grpSpPr>
        <a:xfrm>
          <a:off x="0" y="0"/>
          <a:ext cx="0" cy="0"/>
          <a:chOff x="0" y="0"/>
          <a:chExt cx="0" cy="0"/>
        </a:xfrm>
      </p:grpSpPr>
      <p:sp>
        <p:nvSpPr>
          <p:cNvPr id="79" name="Google Shape;79;p18"/>
          <p:cNvSpPr txBox="1"/>
          <p:nvPr>
            <p:ph type="title"/>
          </p:nvPr>
        </p:nvSpPr>
        <p:spPr>
          <a:xfrm>
            <a:off x="342986" y="205978"/>
            <a:ext cx="6173744"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0" name="Google Shape;80;p18"/>
          <p:cNvSpPr txBox="1"/>
          <p:nvPr>
            <p:ph idx="1" type="body"/>
          </p:nvPr>
        </p:nvSpPr>
        <p:spPr>
          <a:xfrm>
            <a:off x="342986" y="1200150"/>
            <a:ext cx="3029708" cy="3394472"/>
          </a:xfrm>
          <a:prstGeom prst="rect">
            <a:avLst/>
          </a:prstGeom>
          <a:noFill/>
          <a:ln>
            <a:noFill/>
          </a:ln>
        </p:spPr>
        <p:txBody>
          <a:bodyPr anchorCtr="0" anchor="t" bIns="34275" lIns="68575" spcFirstLastPara="1" rIns="68575" wrap="square" tIns="34275">
            <a:normAutofit/>
          </a:bodyPr>
          <a:lstStyle>
            <a:lvl1pPr indent="-361950" lvl="0" marL="457200" algn="l">
              <a:spcBef>
                <a:spcPts val="400"/>
              </a:spcBef>
              <a:spcAft>
                <a:spcPts val="0"/>
              </a:spcAft>
              <a:buClr>
                <a:schemeClr val="dk1"/>
              </a:buClr>
              <a:buSzPts val="2100"/>
              <a:buChar char="•"/>
              <a:defRPr sz="2100"/>
            </a:lvl1pPr>
            <a:lvl2pPr indent="-342900" lvl="1" marL="914400" algn="l">
              <a:spcBef>
                <a:spcPts val="400"/>
              </a:spcBef>
              <a:spcAft>
                <a:spcPts val="0"/>
              </a:spcAft>
              <a:buClr>
                <a:schemeClr val="dk1"/>
              </a:buClr>
              <a:buSzPts val="1800"/>
              <a:buChar char="–"/>
              <a:defRPr sz="1800"/>
            </a:lvl2pPr>
            <a:lvl3pPr indent="-323850" lvl="2" marL="1371600" algn="l">
              <a:spcBef>
                <a:spcPts val="300"/>
              </a:spcBef>
              <a:spcAft>
                <a:spcPts val="0"/>
              </a:spcAft>
              <a:buClr>
                <a:schemeClr val="dk1"/>
              </a:buClr>
              <a:buSzPts val="1500"/>
              <a:buChar char="•"/>
              <a:defRPr sz="15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81" name="Google Shape;81;p18"/>
          <p:cNvSpPr txBox="1"/>
          <p:nvPr>
            <p:ph idx="2" type="body"/>
          </p:nvPr>
        </p:nvSpPr>
        <p:spPr>
          <a:xfrm>
            <a:off x="3487022" y="1200150"/>
            <a:ext cx="3029708" cy="3394472"/>
          </a:xfrm>
          <a:prstGeom prst="rect">
            <a:avLst/>
          </a:prstGeom>
          <a:noFill/>
          <a:ln>
            <a:noFill/>
          </a:ln>
        </p:spPr>
        <p:txBody>
          <a:bodyPr anchorCtr="0" anchor="t" bIns="34275" lIns="68575" spcFirstLastPara="1" rIns="68575" wrap="square" tIns="34275">
            <a:normAutofit/>
          </a:bodyPr>
          <a:lstStyle>
            <a:lvl1pPr indent="-361950" lvl="0" marL="457200" algn="l">
              <a:spcBef>
                <a:spcPts val="400"/>
              </a:spcBef>
              <a:spcAft>
                <a:spcPts val="0"/>
              </a:spcAft>
              <a:buClr>
                <a:schemeClr val="dk1"/>
              </a:buClr>
              <a:buSzPts val="2100"/>
              <a:buChar char="•"/>
              <a:defRPr sz="2100"/>
            </a:lvl1pPr>
            <a:lvl2pPr indent="-342900" lvl="1" marL="914400" algn="l">
              <a:spcBef>
                <a:spcPts val="400"/>
              </a:spcBef>
              <a:spcAft>
                <a:spcPts val="0"/>
              </a:spcAft>
              <a:buClr>
                <a:schemeClr val="dk1"/>
              </a:buClr>
              <a:buSzPts val="1800"/>
              <a:buChar char="–"/>
              <a:defRPr sz="1800"/>
            </a:lvl2pPr>
            <a:lvl3pPr indent="-323850" lvl="2" marL="1371600" algn="l">
              <a:spcBef>
                <a:spcPts val="300"/>
              </a:spcBef>
              <a:spcAft>
                <a:spcPts val="0"/>
              </a:spcAft>
              <a:buClr>
                <a:schemeClr val="dk1"/>
              </a:buClr>
              <a:buSzPts val="1500"/>
              <a:buChar char="•"/>
              <a:defRPr sz="15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82" name="Google Shape;82;p18"/>
          <p:cNvSpPr txBox="1"/>
          <p:nvPr>
            <p:ph idx="10" type="dt"/>
          </p:nvPr>
        </p:nvSpPr>
        <p:spPr>
          <a:xfrm>
            <a:off x="342986" y="4767263"/>
            <a:ext cx="1600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3" name="Google Shape;83;p18"/>
          <p:cNvSpPr txBox="1"/>
          <p:nvPr>
            <p:ph idx="11" type="ftr"/>
          </p:nvPr>
        </p:nvSpPr>
        <p:spPr>
          <a:xfrm>
            <a:off x="2343736" y="4767263"/>
            <a:ext cx="2172243"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4" name="Google Shape;84;p18"/>
          <p:cNvSpPr txBox="1"/>
          <p:nvPr>
            <p:ph idx="12" type="sldNum"/>
          </p:nvPr>
        </p:nvSpPr>
        <p:spPr>
          <a:xfrm>
            <a:off x="4916130" y="4767263"/>
            <a:ext cx="1600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5" name="Shape 85"/>
        <p:cNvGrpSpPr/>
        <p:nvPr/>
      </p:nvGrpSpPr>
      <p:grpSpPr>
        <a:xfrm>
          <a:off x="0" y="0"/>
          <a:ext cx="0" cy="0"/>
          <a:chOff x="0" y="0"/>
          <a:chExt cx="0" cy="0"/>
        </a:xfrm>
      </p:grpSpPr>
      <p:sp>
        <p:nvSpPr>
          <p:cNvPr id="86" name="Google Shape;86;p19"/>
          <p:cNvSpPr txBox="1"/>
          <p:nvPr>
            <p:ph type="title"/>
          </p:nvPr>
        </p:nvSpPr>
        <p:spPr>
          <a:xfrm>
            <a:off x="342986" y="205978"/>
            <a:ext cx="6173744"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3300"/>
              <a:buFont typeface="Calibri"/>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7" name="Google Shape;87;p19"/>
          <p:cNvSpPr txBox="1"/>
          <p:nvPr>
            <p:ph idx="1" type="body"/>
          </p:nvPr>
        </p:nvSpPr>
        <p:spPr>
          <a:xfrm>
            <a:off x="342986" y="1151335"/>
            <a:ext cx="3030899" cy="479822"/>
          </a:xfrm>
          <a:prstGeom prst="rect">
            <a:avLst/>
          </a:prstGeom>
          <a:noFill/>
          <a:ln>
            <a:noFill/>
          </a:ln>
        </p:spPr>
        <p:txBody>
          <a:bodyPr anchorCtr="0" anchor="b" bIns="34275" lIns="68575" spcFirstLastPara="1" rIns="68575" wrap="square" tIns="34275">
            <a:normAutofit/>
          </a:bodyPr>
          <a:lstStyle>
            <a:lvl1pPr indent="-228600" lvl="0" marL="457200" algn="l">
              <a:spcBef>
                <a:spcPts val="400"/>
              </a:spcBef>
              <a:spcAft>
                <a:spcPts val="0"/>
              </a:spcAft>
              <a:buClr>
                <a:schemeClr val="dk1"/>
              </a:buClr>
              <a:buSzPts val="1800"/>
              <a:buNone/>
              <a:defRPr b="1" sz="1800"/>
            </a:lvl1pPr>
            <a:lvl2pPr indent="-228600" lvl="1" marL="914400" algn="l">
              <a:spcBef>
                <a:spcPts val="300"/>
              </a:spcBef>
              <a:spcAft>
                <a:spcPts val="0"/>
              </a:spcAft>
              <a:buClr>
                <a:schemeClr val="dk1"/>
              </a:buClr>
              <a:buSzPts val="1500"/>
              <a:buNone/>
              <a:defRPr b="1" sz="1500"/>
            </a:lvl2pPr>
            <a:lvl3pPr indent="-228600" lvl="2" marL="1371600" algn="l">
              <a:spcBef>
                <a:spcPts val="300"/>
              </a:spcBef>
              <a:spcAft>
                <a:spcPts val="0"/>
              </a:spcAft>
              <a:buClr>
                <a:schemeClr val="dk1"/>
              </a:buClr>
              <a:buSzPts val="1400"/>
              <a:buNone/>
              <a:defRPr b="1" sz="1400"/>
            </a:lvl3pPr>
            <a:lvl4pPr indent="-228600" lvl="3" marL="1828800" algn="l">
              <a:spcBef>
                <a:spcPts val="200"/>
              </a:spcBef>
              <a:spcAft>
                <a:spcPts val="0"/>
              </a:spcAft>
              <a:buClr>
                <a:schemeClr val="dk1"/>
              </a:buClr>
              <a:buSzPts val="1200"/>
              <a:buNone/>
              <a:defRPr b="1" sz="1200"/>
            </a:lvl4pPr>
            <a:lvl5pPr indent="-228600" lvl="4" marL="2286000" algn="l">
              <a:spcBef>
                <a:spcPts val="200"/>
              </a:spcBef>
              <a:spcAft>
                <a:spcPts val="0"/>
              </a:spcAft>
              <a:buClr>
                <a:schemeClr val="dk1"/>
              </a:buClr>
              <a:buSzPts val="1200"/>
              <a:buNone/>
              <a:defRPr b="1" sz="1200"/>
            </a:lvl5pPr>
            <a:lvl6pPr indent="-228600" lvl="5" marL="2743200" algn="l">
              <a:spcBef>
                <a:spcPts val="200"/>
              </a:spcBef>
              <a:spcAft>
                <a:spcPts val="0"/>
              </a:spcAft>
              <a:buClr>
                <a:schemeClr val="dk1"/>
              </a:buClr>
              <a:buSzPts val="1200"/>
              <a:buNone/>
              <a:defRPr b="1" sz="1200"/>
            </a:lvl6pPr>
            <a:lvl7pPr indent="-228600" lvl="6" marL="3200400" algn="l">
              <a:spcBef>
                <a:spcPts val="200"/>
              </a:spcBef>
              <a:spcAft>
                <a:spcPts val="0"/>
              </a:spcAft>
              <a:buClr>
                <a:schemeClr val="dk1"/>
              </a:buClr>
              <a:buSzPts val="1200"/>
              <a:buNone/>
              <a:defRPr b="1" sz="1200"/>
            </a:lvl7pPr>
            <a:lvl8pPr indent="-228600" lvl="7" marL="3657600" algn="l">
              <a:spcBef>
                <a:spcPts val="200"/>
              </a:spcBef>
              <a:spcAft>
                <a:spcPts val="0"/>
              </a:spcAft>
              <a:buClr>
                <a:schemeClr val="dk1"/>
              </a:buClr>
              <a:buSzPts val="1200"/>
              <a:buNone/>
              <a:defRPr b="1" sz="1200"/>
            </a:lvl8pPr>
            <a:lvl9pPr indent="-228600" lvl="8" marL="4114800" algn="l">
              <a:spcBef>
                <a:spcPts val="200"/>
              </a:spcBef>
              <a:spcAft>
                <a:spcPts val="0"/>
              </a:spcAft>
              <a:buClr>
                <a:schemeClr val="dk1"/>
              </a:buClr>
              <a:buSzPts val="1200"/>
              <a:buNone/>
              <a:defRPr b="1" sz="1200"/>
            </a:lvl9pPr>
          </a:lstStyle>
          <a:p/>
        </p:txBody>
      </p:sp>
      <p:sp>
        <p:nvSpPr>
          <p:cNvPr id="88" name="Google Shape;88;p19"/>
          <p:cNvSpPr txBox="1"/>
          <p:nvPr>
            <p:ph idx="2" type="body"/>
          </p:nvPr>
        </p:nvSpPr>
        <p:spPr>
          <a:xfrm>
            <a:off x="342986" y="1631156"/>
            <a:ext cx="3030899" cy="2963466"/>
          </a:xfrm>
          <a:prstGeom prst="rect">
            <a:avLst/>
          </a:prstGeom>
          <a:noFill/>
          <a:ln>
            <a:noFill/>
          </a:ln>
        </p:spPr>
        <p:txBody>
          <a:bodyPr anchorCtr="0" anchor="t" bIns="34275" lIns="68575" spcFirstLastPara="1" rIns="68575" wrap="square" tIns="34275">
            <a:normAutofit/>
          </a:bodyPr>
          <a:lstStyle>
            <a:lvl1pPr indent="-342900" lvl="0" marL="457200" algn="l">
              <a:spcBef>
                <a:spcPts val="400"/>
              </a:spcBef>
              <a:spcAft>
                <a:spcPts val="0"/>
              </a:spcAft>
              <a:buClr>
                <a:schemeClr val="dk1"/>
              </a:buClr>
              <a:buSzPts val="1800"/>
              <a:buChar char="•"/>
              <a:defRPr sz="1800"/>
            </a:lvl1pPr>
            <a:lvl2pPr indent="-323850" lvl="1" marL="914400" algn="l">
              <a:spcBef>
                <a:spcPts val="300"/>
              </a:spcBef>
              <a:spcAft>
                <a:spcPts val="0"/>
              </a:spcAft>
              <a:buClr>
                <a:schemeClr val="dk1"/>
              </a:buClr>
              <a:buSzPts val="1500"/>
              <a:buChar char="–"/>
              <a:defRPr sz="1500"/>
            </a:lvl2pPr>
            <a:lvl3pPr indent="-317500" lvl="2" marL="1371600" algn="l">
              <a:spcBef>
                <a:spcPts val="300"/>
              </a:spcBef>
              <a:spcAft>
                <a:spcPts val="0"/>
              </a:spcAft>
              <a:buClr>
                <a:schemeClr val="dk1"/>
              </a:buClr>
              <a:buSzPts val="1400"/>
              <a:buChar char="•"/>
              <a:defRPr sz="14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
        <p:nvSpPr>
          <p:cNvPr id="89" name="Google Shape;89;p19"/>
          <p:cNvSpPr txBox="1"/>
          <p:nvPr>
            <p:ph idx="3" type="body"/>
          </p:nvPr>
        </p:nvSpPr>
        <p:spPr>
          <a:xfrm>
            <a:off x="3484640" y="1151335"/>
            <a:ext cx="3032090" cy="479822"/>
          </a:xfrm>
          <a:prstGeom prst="rect">
            <a:avLst/>
          </a:prstGeom>
          <a:noFill/>
          <a:ln>
            <a:noFill/>
          </a:ln>
        </p:spPr>
        <p:txBody>
          <a:bodyPr anchorCtr="0" anchor="b" bIns="34275" lIns="68575" spcFirstLastPara="1" rIns="68575" wrap="square" tIns="34275">
            <a:normAutofit/>
          </a:bodyPr>
          <a:lstStyle>
            <a:lvl1pPr indent="-228600" lvl="0" marL="457200" algn="l">
              <a:spcBef>
                <a:spcPts val="400"/>
              </a:spcBef>
              <a:spcAft>
                <a:spcPts val="0"/>
              </a:spcAft>
              <a:buClr>
                <a:schemeClr val="dk1"/>
              </a:buClr>
              <a:buSzPts val="1800"/>
              <a:buNone/>
              <a:defRPr b="1" sz="1800"/>
            </a:lvl1pPr>
            <a:lvl2pPr indent="-228600" lvl="1" marL="914400" algn="l">
              <a:spcBef>
                <a:spcPts val="300"/>
              </a:spcBef>
              <a:spcAft>
                <a:spcPts val="0"/>
              </a:spcAft>
              <a:buClr>
                <a:schemeClr val="dk1"/>
              </a:buClr>
              <a:buSzPts val="1500"/>
              <a:buNone/>
              <a:defRPr b="1" sz="1500"/>
            </a:lvl2pPr>
            <a:lvl3pPr indent="-228600" lvl="2" marL="1371600" algn="l">
              <a:spcBef>
                <a:spcPts val="300"/>
              </a:spcBef>
              <a:spcAft>
                <a:spcPts val="0"/>
              </a:spcAft>
              <a:buClr>
                <a:schemeClr val="dk1"/>
              </a:buClr>
              <a:buSzPts val="1400"/>
              <a:buNone/>
              <a:defRPr b="1" sz="1400"/>
            </a:lvl3pPr>
            <a:lvl4pPr indent="-228600" lvl="3" marL="1828800" algn="l">
              <a:spcBef>
                <a:spcPts val="200"/>
              </a:spcBef>
              <a:spcAft>
                <a:spcPts val="0"/>
              </a:spcAft>
              <a:buClr>
                <a:schemeClr val="dk1"/>
              </a:buClr>
              <a:buSzPts val="1200"/>
              <a:buNone/>
              <a:defRPr b="1" sz="1200"/>
            </a:lvl4pPr>
            <a:lvl5pPr indent="-228600" lvl="4" marL="2286000" algn="l">
              <a:spcBef>
                <a:spcPts val="200"/>
              </a:spcBef>
              <a:spcAft>
                <a:spcPts val="0"/>
              </a:spcAft>
              <a:buClr>
                <a:schemeClr val="dk1"/>
              </a:buClr>
              <a:buSzPts val="1200"/>
              <a:buNone/>
              <a:defRPr b="1" sz="1200"/>
            </a:lvl5pPr>
            <a:lvl6pPr indent="-228600" lvl="5" marL="2743200" algn="l">
              <a:spcBef>
                <a:spcPts val="200"/>
              </a:spcBef>
              <a:spcAft>
                <a:spcPts val="0"/>
              </a:spcAft>
              <a:buClr>
                <a:schemeClr val="dk1"/>
              </a:buClr>
              <a:buSzPts val="1200"/>
              <a:buNone/>
              <a:defRPr b="1" sz="1200"/>
            </a:lvl6pPr>
            <a:lvl7pPr indent="-228600" lvl="6" marL="3200400" algn="l">
              <a:spcBef>
                <a:spcPts val="200"/>
              </a:spcBef>
              <a:spcAft>
                <a:spcPts val="0"/>
              </a:spcAft>
              <a:buClr>
                <a:schemeClr val="dk1"/>
              </a:buClr>
              <a:buSzPts val="1200"/>
              <a:buNone/>
              <a:defRPr b="1" sz="1200"/>
            </a:lvl7pPr>
            <a:lvl8pPr indent="-228600" lvl="7" marL="3657600" algn="l">
              <a:spcBef>
                <a:spcPts val="200"/>
              </a:spcBef>
              <a:spcAft>
                <a:spcPts val="0"/>
              </a:spcAft>
              <a:buClr>
                <a:schemeClr val="dk1"/>
              </a:buClr>
              <a:buSzPts val="1200"/>
              <a:buNone/>
              <a:defRPr b="1" sz="1200"/>
            </a:lvl8pPr>
            <a:lvl9pPr indent="-228600" lvl="8" marL="4114800" algn="l">
              <a:spcBef>
                <a:spcPts val="200"/>
              </a:spcBef>
              <a:spcAft>
                <a:spcPts val="0"/>
              </a:spcAft>
              <a:buClr>
                <a:schemeClr val="dk1"/>
              </a:buClr>
              <a:buSzPts val="1200"/>
              <a:buNone/>
              <a:defRPr b="1" sz="1200"/>
            </a:lvl9pPr>
          </a:lstStyle>
          <a:p/>
        </p:txBody>
      </p:sp>
      <p:sp>
        <p:nvSpPr>
          <p:cNvPr id="90" name="Google Shape;90;p19"/>
          <p:cNvSpPr txBox="1"/>
          <p:nvPr>
            <p:ph idx="4" type="body"/>
          </p:nvPr>
        </p:nvSpPr>
        <p:spPr>
          <a:xfrm>
            <a:off x="3484640" y="1631156"/>
            <a:ext cx="3032090" cy="2963466"/>
          </a:xfrm>
          <a:prstGeom prst="rect">
            <a:avLst/>
          </a:prstGeom>
          <a:noFill/>
          <a:ln>
            <a:noFill/>
          </a:ln>
        </p:spPr>
        <p:txBody>
          <a:bodyPr anchorCtr="0" anchor="t" bIns="34275" lIns="68575" spcFirstLastPara="1" rIns="68575" wrap="square" tIns="34275">
            <a:normAutofit/>
          </a:bodyPr>
          <a:lstStyle>
            <a:lvl1pPr indent="-342900" lvl="0" marL="457200" algn="l">
              <a:spcBef>
                <a:spcPts val="400"/>
              </a:spcBef>
              <a:spcAft>
                <a:spcPts val="0"/>
              </a:spcAft>
              <a:buClr>
                <a:schemeClr val="dk1"/>
              </a:buClr>
              <a:buSzPts val="1800"/>
              <a:buChar char="•"/>
              <a:defRPr sz="1800"/>
            </a:lvl1pPr>
            <a:lvl2pPr indent="-323850" lvl="1" marL="914400" algn="l">
              <a:spcBef>
                <a:spcPts val="300"/>
              </a:spcBef>
              <a:spcAft>
                <a:spcPts val="0"/>
              </a:spcAft>
              <a:buClr>
                <a:schemeClr val="dk1"/>
              </a:buClr>
              <a:buSzPts val="1500"/>
              <a:buChar char="–"/>
              <a:defRPr sz="1500"/>
            </a:lvl2pPr>
            <a:lvl3pPr indent="-317500" lvl="2" marL="1371600" algn="l">
              <a:spcBef>
                <a:spcPts val="300"/>
              </a:spcBef>
              <a:spcAft>
                <a:spcPts val="0"/>
              </a:spcAft>
              <a:buClr>
                <a:schemeClr val="dk1"/>
              </a:buClr>
              <a:buSzPts val="1400"/>
              <a:buChar char="•"/>
              <a:defRPr sz="14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
        <p:nvSpPr>
          <p:cNvPr id="91" name="Google Shape;91;p19"/>
          <p:cNvSpPr txBox="1"/>
          <p:nvPr>
            <p:ph idx="10" type="dt"/>
          </p:nvPr>
        </p:nvSpPr>
        <p:spPr>
          <a:xfrm>
            <a:off x="342986" y="4767263"/>
            <a:ext cx="1600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2" name="Google Shape;92;p19"/>
          <p:cNvSpPr txBox="1"/>
          <p:nvPr>
            <p:ph idx="11" type="ftr"/>
          </p:nvPr>
        </p:nvSpPr>
        <p:spPr>
          <a:xfrm>
            <a:off x="2343736" y="4767263"/>
            <a:ext cx="2172243"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3" name="Google Shape;93;p19"/>
          <p:cNvSpPr txBox="1"/>
          <p:nvPr>
            <p:ph idx="12" type="sldNum"/>
          </p:nvPr>
        </p:nvSpPr>
        <p:spPr>
          <a:xfrm>
            <a:off x="4916130" y="4767263"/>
            <a:ext cx="1600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sp>
        <p:nvSpPr>
          <p:cNvPr id="95" name="Google Shape;95;p20"/>
          <p:cNvSpPr txBox="1"/>
          <p:nvPr>
            <p:ph type="title"/>
          </p:nvPr>
        </p:nvSpPr>
        <p:spPr>
          <a:xfrm>
            <a:off x="342986" y="205978"/>
            <a:ext cx="6173744"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6" name="Google Shape;96;p20"/>
          <p:cNvSpPr txBox="1"/>
          <p:nvPr>
            <p:ph idx="10" type="dt"/>
          </p:nvPr>
        </p:nvSpPr>
        <p:spPr>
          <a:xfrm>
            <a:off x="342986" y="4767263"/>
            <a:ext cx="1600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7" name="Google Shape;97;p20"/>
          <p:cNvSpPr txBox="1"/>
          <p:nvPr>
            <p:ph idx="11" type="ftr"/>
          </p:nvPr>
        </p:nvSpPr>
        <p:spPr>
          <a:xfrm>
            <a:off x="2343736" y="4767263"/>
            <a:ext cx="2172243"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8" name="Google Shape;98;p20"/>
          <p:cNvSpPr txBox="1"/>
          <p:nvPr>
            <p:ph idx="12" type="sldNum"/>
          </p:nvPr>
        </p:nvSpPr>
        <p:spPr>
          <a:xfrm>
            <a:off x="4916130" y="4767263"/>
            <a:ext cx="1600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342986" y="204788"/>
            <a:ext cx="2256799" cy="871538"/>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dk1"/>
              </a:buClr>
              <a:buSzPts val="1500"/>
              <a:buFont typeface="Calibri"/>
              <a:buNone/>
              <a:defRPr b="1" sz="1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1" name="Google Shape;101;p21"/>
          <p:cNvSpPr txBox="1"/>
          <p:nvPr>
            <p:ph idx="1" type="body"/>
          </p:nvPr>
        </p:nvSpPr>
        <p:spPr>
          <a:xfrm>
            <a:off x="2681958" y="204788"/>
            <a:ext cx="3834772" cy="4389835"/>
          </a:xfrm>
          <a:prstGeom prst="rect">
            <a:avLst/>
          </a:prstGeom>
          <a:noFill/>
          <a:ln>
            <a:noFill/>
          </a:ln>
        </p:spPr>
        <p:txBody>
          <a:bodyPr anchorCtr="0" anchor="t" bIns="34275" lIns="68575" spcFirstLastPara="1" rIns="68575" wrap="square" tIns="34275">
            <a:normAutofit/>
          </a:bodyPr>
          <a:lstStyle>
            <a:lvl1pPr indent="-381000" lvl="0" marL="457200" algn="l">
              <a:spcBef>
                <a:spcPts val="500"/>
              </a:spcBef>
              <a:spcAft>
                <a:spcPts val="0"/>
              </a:spcAft>
              <a:buClr>
                <a:schemeClr val="dk1"/>
              </a:buClr>
              <a:buSzPts val="2400"/>
              <a:buChar char="•"/>
              <a:defRPr sz="2400"/>
            </a:lvl1pPr>
            <a:lvl2pPr indent="-361950" lvl="1" marL="914400" algn="l">
              <a:spcBef>
                <a:spcPts val="400"/>
              </a:spcBef>
              <a:spcAft>
                <a:spcPts val="0"/>
              </a:spcAft>
              <a:buClr>
                <a:schemeClr val="dk1"/>
              </a:buClr>
              <a:buSzPts val="2100"/>
              <a:buChar char="–"/>
              <a:defRPr sz="2100"/>
            </a:lvl2pPr>
            <a:lvl3pPr indent="-342900" lvl="2" marL="1371600" algn="l">
              <a:spcBef>
                <a:spcPts val="400"/>
              </a:spcBef>
              <a:spcAft>
                <a:spcPts val="0"/>
              </a:spcAft>
              <a:buClr>
                <a:schemeClr val="dk1"/>
              </a:buClr>
              <a:buSzPts val="1800"/>
              <a:buChar char="•"/>
              <a:defRPr sz="1800"/>
            </a:lvl3pPr>
            <a:lvl4pPr indent="-323850" lvl="3" marL="1828800" algn="l">
              <a:spcBef>
                <a:spcPts val="300"/>
              </a:spcBef>
              <a:spcAft>
                <a:spcPts val="0"/>
              </a:spcAft>
              <a:buClr>
                <a:schemeClr val="dk1"/>
              </a:buClr>
              <a:buSzPts val="1500"/>
              <a:buChar char="–"/>
              <a:defRPr sz="1500"/>
            </a:lvl4pPr>
            <a:lvl5pPr indent="-323850" lvl="4" marL="2286000" algn="l">
              <a:spcBef>
                <a:spcPts val="300"/>
              </a:spcBef>
              <a:spcAft>
                <a:spcPts val="0"/>
              </a:spcAft>
              <a:buClr>
                <a:schemeClr val="dk1"/>
              </a:buClr>
              <a:buSzPts val="1500"/>
              <a:buChar char="»"/>
              <a:defRPr sz="1500"/>
            </a:lvl5pPr>
            <a:lvl6pPr indent="-323850" lvl="5" marL="2743200" algn="l">
              <a:spcBef>
                <a:spcPts val="300"/>
              </a:spcBef>
              <a:spcAft>
                <a:spcPts val="0"/>
              </a:spcAft>
              <a:buClr>
                <a:schemeClr val="dk1"/>
              </a:buClr>
              <a:buSzPts val="1500"/>
              <a:buChar char="•"/>
              <a:defRPr sz="1500"/>
            </a:lvl6pPr>
            <a:lvl7pPr indent="-323850" lvl="6" marL="3200400" algn="l">
              <a:spcBef>
                <a:spcPts val="300"/>
              </a:spcBef>
              <a:spcAft>
                <a:spcPts val="0"/>
              </a:spcAft>
              <a:buClr>
                <a:schemeClr val="dk1"/>
              </a:buClr>
              <a:buSzPts val="1500"/>
              <a:buChar char="•"/>
              <a:defRPr sz="1500"/>
            </a:lvl7pPr>
            <a:lvl8pPr indent="-323850" lvl="7" marL="3657600" algn="l">
              <a:spcBef>
                <a:spcPts val="300"/>
              </a:spcBef>
              <a:spcAft>
                <a:spcPts val="0"/>
              </a:spcAft>
              <a:buClr>
                <a:schemeClr val="dk1"/>
              </a:buClr>
              <a:buSzPts val="1500"/>
              <a:buChar char="•"/>
              <a:defRPr sz="1500"/>
            </a:lvl8pPr>
            <a:lvl9pPr indent="-323850" lvl="8" marL="4114800" algn="l">
              <a:spcBef>
                <a:spcPts val="300"/>
              </a:spcBef>
              <a:spcAft>
                <a:spcPts val="0"/>
              </a:spcAft>
              <a:buClr>
                <a:schemeClr val="dk1"/>
              </a:buClr>
              <a:buSzPts val="1500"/>
              <a:buChar char="•"/>
              <a:defRPr sz="1500"/>
            </a:lvl9pPr>
          </a:lstStyle>
          <a:p/>
        </p:txBody>
      </p:sp>
      <p:sp>
        <p:nvSpPr>
          <p:cNvPr id="102" name="Google Shape;102;p21"/>
          <p:cNvSpPr txBox="1"/>
          <p:nvPr>
            <p:ph idx="2" type="body"/>
          </p:nvPr>
        </p:nvSpPr>
        <p:spPr>
          <a:xfrm>
            <a:off x="342986" y="1076325"/>
            <a:ext cx="2256799" cy="3518297"/>
          </a:xfrm>
          <a:prstGeom prst="rect">
            <a:avLst/>
          </a:prstGeom>
          <a:noFill/>
          <a:ln>
            <a:noFill/>
          </a:ln>
        </p:spPr>
        <p:txBody>
          <a:bodyPr anchorCtr="0" anchor="t" bIns="34275" lIns="68575" spcFirstLastPara="1" rIns="68575" wrap="square" tIns="34275">
            <a:normAutofit/>
          </a:bodyPr>
          <a:lstStyle>
            <a:lvl1pPr indent="-228600" lvl="0" marL="457200" algn="l">
              <a:spcBef>
                <a:spcPts val="200"/>
              </a:spcBef>
              <a:spcAft>
                <a:spcPts val="0"/>
              </a:spcAft>
              <a:buClr>
                <a:schemeClr val="dk1"/>
              </a:buClr>
              <a:buSzPts val="1100"/>
              <a:buNone/>
              <a:defRPr sz="1100"/>
            </a:lvl1pPr>
            <a:lvl2pPr indent="-228600" lvl="1" marL="914400" algn="l">
              <a:spcBef>
                <a:spcPts val="200"/>
              </a:spcBef>
              <a:spcAft>
                <a:spcPts val="0"/>
              </a:spcAft>
              <a:buClr>
                <a:schemeClr val="dk1"/>
              </a:buClr>
              <a:buSzPts val="900"/>
              <a:buNone/>
              <a:defRPr sz="900"/>
            </a:lvl2pPr>
            <a:lvl3pPr indent="-228600" lvl="2" marL="1371600" algn="l">
              <a:spcBef>
                <a:spcPts val="200"/>
              </a:spcBef>
              <a:spcAft>
                <a:spcPts val="0"/>
              </a:spcAft>
              <a:buClr>
                <a:schemeClr val="dk1"/>
              </a:buClr>
              <a:buSzPts val="800"/>
              <a:buNone/>
              <a:defRPr sz="800"/>
            </a:lvl3pPr>
            <a:lvl4pPr indent="-228600" lvl="3" marL="1828800" algn="l">
              <a:spcBef>
                <a:spcPts val="100"/>
              </a:spcBef>
              <a:spcAft>
                <a:spcPts val="0"/>
              </a:spcAft>
              <a:buClr>
                <a:schemeClr val="dk1"/>
              </a:buClr>
              <a:buSzPts val="700"/>
              <a:buNone/>
              <a:defRPr sz="700"/>
            </a:lvl4pPr>
            <a:lvl5pPr indent="-228600" lvl="4" marL="2286000" algn="l">
              <a:spcBef>
                <a:spcPts val="100"/>
              </a:spcBef>
              <a:spcAft>
                <a:spcPts val="0"/>
              </a:spcAft>
              <a:buClr>
                <a:schemeClr val="dk1"/>
              </a:buClr>
              <a:buSzPts val="700"/>
              <a:buNone/>
              <a:defRPr sz="700"/>
            </a:lvl5pPr>
            <a:lvl6pPr indent="-228600" lvl="5" marL="2743200" algn="l">
              <a:spcBef>
                <a:spcPts val="100"/>
              </a:spcBef>
              <a:spcAft>
                <a:spcPts val="0"/>
              </a:spcAft>
              <a:buClr>
                <a:schemeClr val="dk1"/>
              </a:buClr>
              <a:buSzPts val="700"/>
              <a:buNone/>
              <a:defRPr sz="700"/>
            </a:lvl6pPr>
            <a:lvl7pPr indent="-228600" lvl="6" marL="3200400" algn="l">
              <a:spcBef>
                <a:spcPts val="100"/>
              </a:spcBef>
              <a:spcAft>
                <a:spcPts val="0"/>
              </a:spcAft>
              <a:buClr>
                <a:schemeClr val="dk1"/>
              </a:buClr>
              <a:buSzPts val="700"/>
              <a:buNone/>
              <a:defRPr sz="700"/>
            </a:lvl7pPr>
            <a:lvl8pPr indent="-228600" lvl="7" marL="3657600" algn="l">
              <a:spcBef>
                <a:spcPts val="100"/>
              </a:spcBef>
              <a:spcAft>
                <a:spcPts val="0"/>
              </a:spcAft>
              <a:buClr>
                <a:schemeClr val="dk1"/>
              </a:buClr>
              <a:buSzPts val="700"/>
              <a:buNone/>
              <a:defRPr sz="700"/>
            </a:lvl8pPr>
            <a:lvl9pPr indent="-228600" lvl="8" marL="4114800" algn="l">
              <a:spcBef>
                <a:spcPts val="100"/>
              </a:spcBef>
              <a:spcAft>
                <a:spcPts val="0"/>
              </a:spcAft>
              <a:buClr>
                <a:schemeClr val="dk1"/>
              </a:buClr>
              <a:buSzPts val="700"/>
              <a:buNone/>
              <a:defRPr sz="700"/>
            </a:lvl9pPr>
          </a:lstStyle>
          <a:p/>
        </p:txBody>
      </p:sp>
      <p:sp>
        <p:nvSpPr>
          <p:cNvPr id="103" name="Google Shape;103;p21"/>
          <p:cNvSpPr txBox="1"/>
          <p:nvPr>
            <p:ph idx="10" type="dt"/>
          </p:nvPr>
        </p:nvSpPr>
        <p:spPr>
          <a:xfrm>
            <a:off x="342986" y="4767263"/>
            <a:ext cx="1600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4" name="Google Shape;104;p21"/>
          <p:cNvSpPr txBox="1"/>
          <p:nvPr>
            <p:ph idx="11" type="ftr"/>
          </p:nvPr>
        </p:nvSpPr>
        <p:spPr>
          <a:xfrm>
            <a:off x="2343736" y="4767263"/>
            <a:ext cx="2172243"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5" name="Google Shape;105;p21"/>
          <p:cNvSpPr txBox="1"/>
          <p:nvPr>
            <p:ph idx="12" type="sldNum"/>
          </p:nvPr>
        </p:nvSpPr>
        <p:spPr>
          <a:xfrm>
            <a:off x="4916130" y="4767263"/>
            <a:ext cx="1600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1344552" y="3600450"/>
            <a:ext cx="4115830" cy="425054"/>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dk1"/>
              </a:buClr>
              <a:buSzPts val="1500"/>
              <a:buFont typeface="Calibri"/>
              <a:buNone/>
              <a:defRPr b="1" sz="1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8" name="Google Shape;108;p22"/>
          <p:cNvSpPr/>
          <p:nvPr>
            <p:ph idx="2" type="pic"/>
          </p:nvPr>
        </p:nvSpPr>
        <p:spPr>
          <a:xfrm>
            <a:off x="1344552" y="459581"/>
            <a:ext cx="4115830" cy="3086100"/>
          </a:xfrm>
          <a:prstGeom prst="rect">
            <a:avLst/>
          </a:prstGeom>
          <a:noFill/>
          <a:ln>
            <a:noFill/>
          </a:ln>
        </p:spPr>
      </p:sp>
      <p:sp>
        <p:nvSpPr>
          <p:cNvPr id="109" name="Google Shape;109;p22"/>
          <p:cNvSpPr txBox="1"/>
          <p:nvPr>
            <p:ph idx="1" type="body"/>
          </p:nvPr>
        </p:nvSpPr>
        <p:spPr>
          <a:xfrm>
            <a:off x="1344552" y="4025503"/>
            <a:ext cx="4115830" cy="603647"/>
          </a:xfrm>
          <a:prstGeom prst="rect">
            <a:avLst/>
          </a:prstGeom>
          <a:noFill/>
          <a:ln>
            <a:noFill/>
          </a:ln>
        </p:spPr>
        <p:txBody>
          <a:bodyPr anchorCtr="0" anchor="t" bIns="34275" lIns="68575" spcFirstLastPara="1" rIns="68575" wrap="square" tIns="34275">
            <a:normAutofit/>
          </a:bodyPr>
          <a:lstStyle>
            <a:lvl1pPr indent="-228600" lvl="0" marL="457200" algn="l">
              <a:spcBef>
                <a:spcPts val="200"/>
              </a:spcBef>
              <a:spcAft>
                <a:spcPts val="0"/>
              </a:spcAft>
              <a:buClr>
                <a:schemeClr val="dk1"/>
              </a:buClr>
              <a:buSzPts val="1100"/>
              <a:buNone/>
              <a:defRPr sz="1100"/>
            </a:lvl1pPr>
            <a:lvl2pPr indent="-228600" lvl="1" marL="914400" algn="l">
              <a:spcBef>
                <a:spcPts val="200"/>
              </a:spcBef>
              <a:spcAft>
                <a:spcPts val="0"/>
              </a:spcAft>
              <a:buClr>
                <a:schemeClr val="dk1"/>
              </a:buClr>
              <a:buSzPts val="900"/>
              <a:buNone/>
              <a:defRPr sz="900"/>
            </a:lvl2pPr>
            <a:lvl3pPr indent="-228600" lvl="2" marL="1371600" algn="l">
              <a:spcBef>
                <a:spcPts val="200"/>
              </a:spcBef>
              <a:spcAft>
                <a:spcPts val="0"/>
              </a:spcAft>
              <a:buClr>
                <a:schemeClr val="dk1"/>
              </a:buClr>
              <a:buSzPts val="800"/>
              <a:buNone/>
              <a:defRPr sz="800"/>
            </a:lvl3pPr>
            <a:lvl4pPr indent="-228600" lvl="3" marL="1828800" algn="l">
              <a:spcBef>
                <a:spcPts val="100"/>
              </a:spcBef>
              <a:spcAft>
                <a:spcPts val="0"/>
              </a:spcAft>
              <a:buClr>
                <a:schemeClr val="dk1"/>
              </a:buClr>
              <a:buSzPts val="700"/>
              <a:buNone/>
              <a:defRPr sz="700"/>
            </a:lvl4pPr>
            <a:lvl5pPr indent="-228600" lvl="4" marL="2286000" algn="l">
              <a:spcBef>
                <a:spcPts val="100"/>
              </a:spcBef>
              <a:spcAft>
                <a:spcPts val="0"/>
              </a:spcAft>
              <a:buClr>
                <a:schemeClr val="dk1"/>
              </a:buClr>
              <a:buSzPts val="700"/>
              <a:buNone/>
              <a:defRPr sz="700"/>
            </a:lvl5pPr>
            <a:lvl6pPr indent="-228600" lvl="5" marL="2743200" algn="l">
              <a:spcBef>
                <a:spcPts val="100"/>
              </a:spcBef>
              <a:spcAft>
                <a:spcPts val="0"/>
              </a:spcAft>
              <a:buClr>
                <a:schemeClr val="dk1"/>
              </a:buClr>
              <a:buSzPts val="700"/>
              <a:buNone/>
              <a:defRPr sz="700"/>
            </a:lvl6pPr>
            <a:lvl7pPr indent="-228600" lvl="6" marL="3200400" algn="l">
              <a:spcBef>
                <a:spcPts val="100"/>
              </a:spcBef>
              <a:spcAft>
                <a:spcPts val="0"/>
              </a:spcAft>
              <a:buClr>
                <a:schemeClr val="dk1"/>
              </a:buClr>
              <a:buSzPts val="700"/>
              <a:buNone/>
              <a:defRPr sz="700"/>
            </a:lvl7pPr>
            <a:lvl8pPr indent="-228600" lvl="7" marL="3657600" algn="l">
              <a:spcBef>
                <a:spcPts val="100"/>
              </a:spcBef>
              <a:spcAft>
                <a:spcPts val="0"/>
              </a:spcAft>
              <a:buClr>
                <a:schemeClr val="dk1"/>
              </a:buClr>
              <a:buSzPts val="700"/>
              <a:buNone/>
              <a:defRPr sz="700"/>
            </a:lvl8pPr>
            <a:lvl9pPr indent="-228600" lvl="8" marL="4114800" algn="l">
              <a:spcBef>
                <a:spcPts val="100"/>
              </a:spcBef>
              <a:spcAft>
                <a:spcPts val="0"/>
              </a:spcAft>
              <a:buClr>
                <a:schemeClr val="dk1"/>
              </a:buClr>
              <a:buSzPts val="700"/>
              <a:buNone/>
              <a:defRPr sz="700"/>
            </a:lvl9pPr>
          </a:lstStyle>
          <a:p/>
        </p:txBody>
      </p:sp>
      <p:sp>
        <p:nvSpPr>
          <p:cNvPr id="110" name="Google Shape;110;p22"/>
          <p:cNvSpPr txBox="1"/>
          <p:nvPr>
            <p:ph idx="10" type="dt"/>
          </p:nvPr>
        </p:nvSpPr>
        <p:spPr>
          <a:xfrm>
            <a:off x="342986" y="4767263"/>
            <a:ext cx="1600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1" name="Google Shape;111;p22"/>
          <p:cNvSpPr txBox="1"/>
          <p:nvPr>
            <p:ph idx="11" type="ftr"/>
          </p:nvPr>
        </p:nvSpPr>
        <p:spPr>
          <a:xfrm>
            <a:off x="2343736" y="4767263"/>
            <a:ext cx="2172243"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2" name="Google Shape;112;p22"/>
          <p:cNvSpPr txBox="1"/>
          <p:nvPr>
            <p:ph idx="12" type="sldNum"/>
          </p:nvPr>
        </p:nvSpPr>
        <p:spPr>
          <a:xfrm>
            <a:off x="4916130" y="4767263"/>
            <a:ext cx="1600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342986" y="205978"/>
            <a:ext cx="6173744"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5" name="Google Shape;115;p23"/>
          <p:cNvSpPr txBox="1"/>
          <p:nvPr>
            <p:ph idx="1" type="body"/>
          </p:nvPr>
        </p:nvSpPr>
        <p:spPr>
          <a:xfrm rot="5400000">
            <a:off x="1732622" y="-189486"/>
            <a:ext cx="3394472" cy="6173744"/>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16" name="Google Shape;116;p23"/>
          <p:cNvSpPr txBox="1"/>
          <p:nvPr>
            <p:ph idx="10" type="dt"/>
          </p:nvPr>
        </p:nvSpPr>
        <p:spPr>
          <a:xfrm>
            <a:off x="342986" y="4767263"/>
            <a:ext cx="1600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7" name="Google Shape;117;p23"/>
          <p:cNvSpPr txBox="1"/>
          <p:nvPr>
            <p:ph idx="11" type="ftr"/>
          </p:nvPr>
        </p:nvSpPr>
        <p:spPr>
          <a:xfrm>
            <a:off x="2343736" y="4767263"/>
            <a:ext cx="2172243"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8" name="Google Shape;118;p23"/>
          <p:cNvSpPr txBox="1"/>
          <p:nvPr>
            <p:ph idx="12" type="sldNum"/>
          </p:nvPr>
        </p:nvSpPr>
        <p:spPr>
          <a:xfrm>
            <a:off x="4916130" y="4767263"/>
            <a:ext cx="1600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3550690" y="1628582"/>
            <a:ext cx="4388644" cy="1543436"/>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1" name="Google Shape;121;p24"/>
          <p:cNvSpPr txBox="1"/>
          <p:nvPr>
            <p:ph idx="1" type="body"/>
          </p:nvPr>
        </p:nvSpPr>
        <p:spPr>
          <a:xfrm rot="5400000">
            <a:off x="406654" y="142311"/>
            <a:ext cx="4388644" cy="4515980"/>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22" name="Google Shape;122;p24"/>
          <p:cNvSpPr txBox="1"/>
          <p:nvPr>
            <p:ph idx="10" type="dt"/>
          </p:nvPr>
        </p:nvSpPr>
        <p:spPr>
          <a:xfrm>
            <a:off x="342986" y="4767263"/>
            <a:ext cx="1600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3" name="Google Shape;123;p24"/>
          <p:cNvSpPr txBox="1"/>
          <p:nvPr>
            <p:ph idx="11" type="ftr"/>
          </p:nvPr>
        </p:nvSpPr>
        <p:spPr>
          <a:xfrm>
            <a:off x="2343736" y="4767263"/>
            <a:ext cx="2172243"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4" name="Google Shape;124;p24"/>
          <p:cNvSpPr txBox="1"/>
          <p:nvPr>
            <p:ph idx="12" type="sldNum"/>
          </p:nvPr>
        </p:nvSpPr>
        <p:spPr>
          <a:xfrm>
            <a:off x="4916130" y="4767263"/>
            <a:ext cx="1600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42986" y="205978"/>
            <a:ext cx="6173744" cy="857250"/>
          </a:xfrm>
          <a:prstGeom prst="rect">
            <a:avLst/>
          </a:prstGeom>
          <a:noFill/>
          <a:ln>
            <a:noFill/>
          </a:ln>
        </p:spPr>
        <p:txBody>
          <a:bodyPr anchorCtr="0" anchor="ctr" bIns="34275" lIns="68575" spcFirstLastPara="1" rIns="68575" wrap="square" tIns="34275">
            <a:normAutofit/>
          </a:bodyPr>
          <a:lstStyle>
            <a:lvl1pPr lvl="0" marR="0" rtl="0" algn="ctr">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2" name="Google Shape;52;p13"/>
          <p:cNvSpPr txBox="1"/>
          <p:nvPr>
            <p:ph idx="1" type="body"/>
          </p:nvPr>
        </p:nvSpPr>
        <p:spPr>
          <a:xfrm>
            <a:off x="342986" y="1200150"/>
            <a:ext cx="6173744" cy="3394472"/>
          </a:xfrm>
          <a:prstGeom prst="rect">
            <a:avLst/>
          </a:prstGeom>
          <a:noFill/>
          <a:ln>
            <a:noFill/>
          </a:ln>
        </p:spPr>
        <p:txBody>
          <a:bodyPr anchorCtr="0" anchor="t" bIns="34275" lIns="68575" spcFirstLastPara="1" rIns="68575" wrap="square" tIns="34275">
            <a:normAutofit/>
          </a:bodyPr>
          <a:lstStyle>
            <a:lvl1pPr indent="-381000" lvl="0" marL="457200" marR="0" rtl="0" algn="l">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342986" y="4767263"/>
            <a:ext cx="16006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2343736" y="4767263"/>
            <a:ext cx="2172243"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4916130" y="4767263"/>
            <a:ext cx="16006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hyperlink" Target="https://public.tableau.com/app/profile/quinn.dziwura/viz/UnloketDashboardV2_1/Dashboard22?publish=yes"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E35"/>
        </a:solidFill>
      </p:bgPr>
    </p:bg>
    <p:spTree>
      <p:nvGrpSpPr>
        <p:cNvPr id="128" name="Shape 128"/>
        <p:cNvGrpSpPr/>
        <p:nvPr/>
      </p:nvGrpSpPr>
      <p:grpSpPr>
        <a:xfrm>
          <a:off x="0" y="0"/>
          <a:ext cx="0" cy="0"/>
          <a:chOff x="0" y="0"/>
          <a:chExt cx="0" cy="0"/>
        </a:xfrm>
      </p:grpSpPr>
      <p:sp>
        <p:nvSpPr>
          <p:cNvPr id="129" name="Google Shape;129;p25"/>
          <p:cNvSpPr/>
          <p:nvPr/>
        </p:nvSpPr>
        <p:spPr>
          <a:xfrm>
            <a:off x="0" y="0"/>
            <a:ext cx="9144002" cy="48006"/>
          </a:xfrm>
          <a:prstGeom prst="rect">
            <a:avLst/>
          </a:prstGeom>
          <a:solidFill>
            <a:srgbClr val="C5B358"/>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30" name="Google Shape;130;p25"/>
          <p:cNvSpPr/>
          <p:nvPr/>
        </p:nvSpPr>
        <p:spPr>
          <a:xfrm>
            <a:off x="0" y="5095494"/>
            <a:ext cx="9144002" cy="48006"/>
          </a:xfrm>
          <a:prstGeom prst="rect">
            <a:avLst/>
          </a:prstGeom>
          <a:solidFill>
            <a:srgbClr val="C5B358"/>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31" name="Google Shape;131;p25"/>
          <p:cNvSpPr txBox="1"/>
          <p:nvPr/>
        </p:nvSpPr>
        <p:spPr>
          <a:xfrm>
            <a:off x="342986" y="2537460"/>
            <a:ext cx="8231700" cy="2538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1200" u="none" cap="none" strike="noStrike">
                <a:solidFill>
                  <a:srgbClr val="7D8C7F"/>
                </a:solidFill>
                <a:latin typeface="Manrope"/>
                <a:ea typeface="Manrope"/>
                <a:cs typeface="Manrope"/>
                <a:sym typeface="Manrope"/>
              </a:rPr>
              <a:t>Data Visualization Final Project</a:t>
            </a:r>
            <a:endParaRPr sz="1100"/>
          </a:p>
        </p:txBody>
      </p:sp>
      <p:sp>
        <p:nvSpPr>
          <p:cNvPr id="132" name="Google Shape;132;p25"/>
          <p:cNvSpPr/>
          <p:nvPr/>
        </p:nvSpPr>
        <p:spPr>
          <a:xfrm>
            <a:off x="3772844" y="3120390"/>
            <a:ext cx="1598314" cy="34290"/>
          </a:xfrm>
          <a:prstGeom prst="rect">
            <a:avLst/>
          </a:prstGeom>
          <a:solidFill>
            <a:srgbClr val="C5B358"/>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33" name="Google Shape;133;p25"/>
          <p:cNvSpPr txBox="1"/>
          <p:nvPr/>
        </p:nvSpPr>
        <p:spPr>
          <a:xfrm>
            <a:off x="342986" y="3291840"/>
            <a:ext cx="8231700" cy="238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1100" u="none" cap="none" strike="noStrike">
                <a:solidFill>
                  <a:srgbClr val="C5B358"/>
                </a:solidFill>
                <a:latin typeface="Manrope"/>
                <a:ea typeface="Manrope"/>
                <a:cs typeface="Manrope"/>
                <a:sym typeface="Manrope"/>
              </a:rPr>
              <a:t>Miltiadis Hadjipanayiotou  ·  </a:t>
            </a:r>
            <a:r>
              <a:rPr lang="en" sz="1100">
                <a:solidFill>
                  <a:srgbClr val="C5B358"/>
                </a:solidFill>
                <a:latin typeface="Manrope"/>
                <a:ea typeface="Manrope"/>
                <a:cs typeface="Manrope"/>
                <a:sym typeface="Manrope"/>
              </a:rPr>
              <a:t>Odysseas Koufos · </a:t>
            </a:r>
            <a:r>
              <a:rPr b="0" i="0" lang="en" sz="1100" u="none" cap="none" strike="noStrike">
                <a:solidFill>
                  <a:srgbClr val="C5B358"/>
                </a:solidFill>
                <a:latin typeface="Manrope"/>
                <a:ea typeface="Manrope"/>
                <a:cs typeface="Manrope"/>
                <a:sym typeface="Manrope"/>
              </a:rPr>
              <a:t>Quinn Dziwura</a:t>
            </a:r>
            <a:endParaRPr sz="1100"/>
          </a:p>
        </p:txBody>
      </p:sp>
      <p:sp>
        <p:nvSpPr>
          <p:cNvPr id="134" name="Google Shape;134;p25"/>
          <p:cNvSpPr txBox="1"/>
          <p:nvPr/>
        </p:nvSpPr>
        <p:spPr>
          <a:xfrm>
            <a:off x="342986" y="3977640"/>
            <a:ext cx="8231659" cy="3429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900" u="none" cap="none" strike="noStrike">
                <a:solidFill>
                  <a:srgbClr val="7D8C7F"/>
                </a:solidFill>
                <a:latin typeface="Manrope"/>
                <a:ea typeface="Manrope"/>
                <a:cs typeface="Manrope"/>
                <a:sym typeface="Manrope"/>
              </a:rPr>
              <a:t>BUS 32130 · Data Visualization for Decision-Making · Spring 2026</a:t>
            </a:r>
            <a:endParaRPr sz="1100"/>
          </a:p>
        </p:txBody>
      </p:sp>
      <p:pic>
        <p:nvPicPr>
          <p:cNvPr id="135" name="Google Shape;135;p25" title="Unloket BG Remove.png"/>
          <p:cNvPicPr preferRelativeResize="0"/>
          <p:nvPr/>
        </p:nvPicPr>
        <p:blipFill rotWithShape="1">
          <a:blip r:embed="rId3">
            <a:alphaModFix/>
          </a:blip>
          <a:srcRect b="42562" l="0" r="0" t="40298"/>
          <a:stretch/>
        </p:blipFill>
        <p:spPr>
          <a:xfrm>
            <a:off x="321872" y="1008138"/>
            <a:ext cx="8500265" cy="145691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2"/>
        </a:solidFill>
      </p:bgPr>
    </p:bg>
    <p:spTree>
      <p:nvGrpSpPr>
        <p:cNvPr id="140" name="Shape 140"/>
        <p:cNvGrpSpPr/>
        <p:nvPr/>
      </p:nvGrpSpPr>
      <p:grpSpPr>
        <a:xfrm>
          <a:off x="0" y="0"/>
          <a:ext cx="0" cy="0"/>
          <a:chOff x="0" y="0"/>
          <a:chExt cx="0" cy="0"/>
        </a:xfrm>
      </p:grpSpPr>
      <p:sp>
        <p:nvSpPr>
          <p:cNvPr id="141" name="Google Shape;141;p26"/>
          <p:cNvSpPr/>
          <p:nvPr/>
        </p:nvSpPr>
        <p:spPr>
          <a:xfrm>
            <a:off x="0" y="0"/>
            <a:ext cx="9144002" cy="48006"/>
          </a:xfrm>
          <a:prstGeom prst="rect">
            <a:avLst/>
          </a:prstGeom>
          <a:solidFill>
            <a:srgbClr val="C5B358"/>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42" name="Google Shape;142;p26"/>
          <p:cNvSpPr txBox="1"/>
          <p:nvPr/>
        </p:nvSpPr>
        <p:spPr>
          <a:xfrm>
            <a:off x="342986" y="150876"/>
            <a:ext cx="2057915" cy="27432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800" u="none" cap="none" strike="noStrike">
                <a:solidFill>
                  <a:srgbClr val="C5B358"/>
                </a:solidFill>
                <a:latin typeface="Manrope"/>
                <a:ea typeface="Manrope"/>
                <a:cs typeface="Manrope"/>
                <a:sym typeface="Manrope"/>
              </a:rPr>
              <a:t>UNLOKET</a:t>
            </a:r>
            <a:endParaRPr sz="1100"/>
          </a:p>
        </p:txBody>
      </p:sp>
      <p:sp>
        <p:nvSpPr>
          <p:cNvPr id="143" name="Google Shape;143;p26"/>
          <p:cNvSpPr txBox="1"/>
          <p:nvPr/>
        </p:nvSpPr>
        <p:spPr>
          <a:xfrm>
            <a:off x="342986" y="685800"/>
            <a:ext cx="5487900" cy="1054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3200">
                <a:solidFill>
                  <a:srgbClr val="1A2E35"/>
                </a:solidFill>
                <a:latin typeface="Newsreader"/>
                <a:ea typeface="Newsreader"/>
                <a:cs typeface="Newsreader"/>
                <a:sym typeface="Newsreader"/>
              </a:rPr>
              <a:t>There’s too much noise,</a:t>
            </a:r>
            <a:endParaRPr b="1" sz="3200">
              <a:solidFill>
                <a:srgbClr val="1A2E35"/>
              </a:solidFill>
              <a:latin typeface="Newsreader"/>
              <a:ea typeface="Newsreader"/>
              <a:cs typeface="Newsreader"/>
              <a:sym typeface="Newsreader"/>
            </a:endParaRPr>
          </a:p>
          <a:p>
            <a:pPr indent="0" lvl="0" marL="0" marR="0" rtl="0" algn="l">
              <a:spcBef>
                <a:spcPts val="0"/>
              </a:spcBef>
              <a:spcAft>
                <a:spcPts val="0"/>
              </a:spcAft>
              <a:buNone/>
            </a:pPr>
            <a:r>
              <a:rPr b="1" lang="en" sz="3200">
                <a:solidFill>
                  <a:srgbClr val="1A2E35"/>
                </a:solidFill>
                <a:latin typeface="Newsreader"/>
                <a:ea typeface="Newsreader"/>
                <a:cs typeface="Newsreader"/>
                <a:sym typeface="Newsreader"/>
              </a:rPr>
              <a:t>n</a:t>
            </a:r>
            <a:r>
              <a:rPr b="1" lang="en" sz="3200">
                <a:solidFill>
                  <a:srgbClr val="1A2E35"/>
                </a:solidFill>
                <a:latin typeface="Newsreader"/>
                <a:ea typeface="Newsreader"/>
                <a:cs typeface="Newsreader"/>
                <a:sym typeface="Newsreader"/>
              </a:rPr>
              <a:t>o </a:t>
            </a:r>
            <a:r>
              <a:rPr b="1" lang="en" sz="3200">
                <a:solidFill>
                  <a:srgbClr val="1A2E35"/>
                </a:solidFill>
                <a:latin typeface="Newsreader"/>
                <a:ea typeface="Newsreader"/>
                <a:cs typeface="Newsreader"/>
                <a:sym typeface="Newsreader"/>
              </a:rPr>
              <a:t>actionable</a:t>
            </a:r>
            <a:r>
              <a:rPr b="1" lang="en" sz="3200">
                <a:solidFill>
                  <a:srgbClr val="1A2E35"/>
                </a:solidFill>
                <a:latin typeface="Newsreader"/>
                <a:ea typeface="Newsreader"/>
                <a:cs typeface="Newsreader"/>
                <a:sym typeface="Newsreader"/>
              </a:rPr>
              <a:t> insights</a:t>
            </a:r>
            <a:endParaRPr b="1" sz="3200">
              <a:solidFill>
                <a:srgbClr val="1A2E35"/>
              </a:solidFill>
              <a:latin typeface="Newsreader"/>
              <a:ea typeface="Newsreader"/>
              <a:cs typeface="Newsreader"/>
              <a:sym typeface="Newsreader"/>
            </a:endParaRPr>
          </a:p>
        </p:txBody>
      </p:sp>
      <p:sp>
        <p:nvSpPr>
          <p:cNvPr id="144" name="Google Shape;144;p26"/>
          <p:cNvSpPr txBox="1"/>
          <p:nvPr/>
        </p:nvSpPr>
        <p:spPr>
          <a:xfrm>
            <a:off x="342986" y="2125980"/>
            <a:ext cx="5350500" cy="408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100" u="none" cap="none" strike="noStrike">
                <a:solidFill>
                  <a:srgbClr val="7D8C7F"/>
                </a:solidFill>
                <a:latin typeface="Manrope"/>
                <a:ea typeface="Manrope"/>
                <a:cs typeface="Manrope"/>
                <a:sym typeface="Manrope"/>
              </a:rPr>
              <a:t>The front desk spends its day answering the same questions.</a:t>
            </a:r>
            <a:br>
              <a:rPr b="0" i="0" lang="en" sz="1100" u="none" cap="none" strike="noStrike">
                <a:solidFill>
                  <a:srgbClr val="7D8C7F"/>
                </a:solidFill>
                <a:latin typeface="Manrope"/>
                <a:ea typeface="Manrope"/>
                <a:cs typeface="Manrope"/>
                <a:sym typeface="Manrope"/>
              </a:rPr>
            </a:br>
            <a:r>
              <a:rPr b="0" i="0" lang="en" sz="1100" u="none" cap="none" strike="noStrike">
                <a:solidFill>
                  <a:srgbClr val="7D8C7F"/>
                </a:solidFill>
                <a:latin typeface="Manrope"/>
                <a:ea typeface="Manrope"/>
                <a:cs typeface="Manrope"/>
                <a:sym typeface="Manrope"/>
              </a:rPr>
              <a:t>Guest requests pile up. </a:t>
            </a:r>
            <a:r>
              <a:rPr lang="en" sz="1100">
                <a:solidFill>
                  <a:srgbClr val="7D8C7F"/>
                </a:solidFill>
                <a:latin typeface="Manrope"/>
                <a:ea typeface="Manrope"/>
                <a:cs typeface="Manrope"/>
                <a:sym typeface="Manrope"/>
              </a:rPr>
              <a:t>Any in</a:t>
            </a:r>
            <a:r>
              <a:rPr b="0" i="0" lang="en" sz="1100" u="none" cap="none" strike="noStrike">
                <a:solidFill>
                  <a:srgbClr val="7D8C7F"/>
                </a:solidFill>
                <a:latin typeface="Manrope"/>
                <a:ea typeface="Manrope"/>
                <a:cs typeface="Manrope"/>
                <a:sym typeface="Manrope"/>
              </a:rPr>
              <a:t>sights never reach management.</a:t>
            </a:r>
            <a:endParaRPr sz="1100"/>
          </a:p>
        </p:txBody>
      </p:sp>
      <p:sp>
        <p:nvSpPr>
          <p:cNvPr id="145" name="Google Shape;145;p26"/>
          <p:cNvSpPr/>
          <p:nvPr/>
        </p:nvSpPr>
        <p:spPr>
          <a:xfrm>
            <a:off x="342986" y="2846070"/>
            <a:ext cx="823166" cy="34290"/>
          </a:xfrm>
          <a:prstGeom prst="rect">
            <a:avLst/>
          </a:prstGeom>
          <a:solidFill>
            <a:srgbClr val="C5B358"/>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46" name="Google Shape;146;p26"/>
          <p:cNvSpPr txBox="1"/>
          <p:nvPr/>
        </p:nvSpPr>
        <p:spPr>
          <a:xfrm>
            <a:off x="342986" y="2983229"/>
            <a:ext cx="5487900" cy="531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000" u="none" cap="none" strike="noStrike">
                <a:solidFill>
                  <a:srgbClr val="7D8C7F"/>
                </a:solidFill>
                <a:latin typeface="Manrope"/>
                <a:ea typeface="Manrope"/>
                <a:cs typeface="Manrope"/>
                <a:sym typeface="Manrope"/>
              </a:rPr>
              <a:t>Our group member Odysseas founded Unloket</a:t>
            </a:r>
            <a:r>
              <a:rPr lang="en" sz="1000">
                <a:solidFill>
                  <a:srgbClr val="7D8C7F"/>
                </a:solidFill>
                <a:latin typeface="Manrope"/>
                <a:ea typeface="Manrope"/>
                <a:cs typeface="Manrope"/>
                <a:sym typeface="Manrope"/>
              </a:rPr>
              <a:t>, </a:t>
            </a:r>
            <a:r>
              <a:rPr b="0" i="0" lang="en" sz="1000" u="none" cap="none" strike="noStrike">
                <a:solidFill>
                  <a:srgbClr val="7D8C7F"/>
                </a:solidFill>
                <a:latin typeface="Manrope"/>
                <a:ea typeface="Manrope"/>
                <a:cs typeface="Manrope"/>
                <a:sym typeface="Manrope"/>
              </a:rPr>
              <a:t>an AI hospitality concierge</a:t>
            </a:r>
            <a:br>
              <a:rPr b="0" i="0" lang="en" sz="1000" u="none" cap="none" strike="noStrike">
                <a:solidFill>
                  <a:srgbClr val="7D8C7F"/>
                </a:solidFill>
                <a:latin typeface="Manrope"/>
                <a:ea typeface="Manrope"/>
                <a:cs typeface="Manrope"/>
                <a:sym typeface="Manrope"/>
              </a:rPr>
            </a:br>
            <a:r>
              <a:rPr lang="en" sz="1000">
                <a:solidFill>
                  <a:srgbClr val="7D8C7F"/>
                </a:solidFill>
                <a:latin typeface="Manrope"/>
                <a:ea typeface="Manrope"/>
                <a:cs typeface="Manrope"/>
                <a:sym typeface="Manrope"/>
              </a:rPr>
              <a:t>That is a finalist in the </a:t>
            </a:r>
            <a:r>
              <a:rPr b="0" i="0" lang="en" sz="1000" u="none" cap="none" strike="noStrike">
                <a:solidFill>
                  <a:srgbClr val="7D8C7F"/>
                </a:solidFill>
                <a:latin typeface="Manrope"/>
                <a:ea typeface="Manrope"/>
                <a:cs typeface="Manrope"/>
                <a:sym typeface="Manrope"/>
              </a:rPr>
              <a:t>2026 New Venture Challenge. We used real data from his</a:t>
            </a:r>
            <a:br>
              <a:rPr b="0" i="0" lang="en" sz="1000" u="none" cap="none" strike="noStrike">
                <a:solidFill>
                  <a:srgbClr val="7D8C7F"/>
                </a:solidFill>
                <a:latin typeface="Manrope"/>
                <a:ea typeface="Manrope"/>
                <a:cs typeface="Manrope"/>
                <a:sym typeface="Manrope"/>
              </a:rPr>
            </a:br>
            <a:r>
              <a:rPr b="0" i="0" lang="en" sz="1000" u="none" cap="none" strike="noStrike">
                <a:solidFill>
                  <a:srgbClr val="7D8C7F"/>
                </a:solidFill>
                <a:latin typeface="Manrope"/>
                <a:ea typeface="Manrope"/>
                <a:cs typeface="Manrope"/>
                <a:sym typeface="Manrope"/>
              </a:rPr>
              <a:t>platform to build an analytics dashboard that s</a:t>
            </a:r>
            <a:r>
              <a:rPr lang="en" sz="1000">
                <a:solidFill>
                  <a:srgbClr val="7D8C7F"/>
                </a:solidFill>
                <a:latin typeface="Manrope"/>
                <a:ea typeface="Manrope"/>
                <a:cs typeface="Manrope"/>
                <a:sym typeface="Manrope"/>
              </a:rPr>
              <a:t>hows </a:t>
            </a:r>
            <a:r>
              <a:rPr b="0" i="0" lang="en" sz="1000" u="none" cap="none" strike="noStrike">
                <a:solidFill>
                  <a:srgbClr val="7D8C7F"/>
                </a:solidFill>
                <a:latin typeface="Manrope"/>
                <a:ea typeface="Manrope"/>
                <a:cs typeface="Manrope"/>
                <a:sym typeface="Manrope"/>
              </a:rPr>
              <a:t>what's actually happening.</a:t>
            </a:r>
            <a:endParaRPr sz="1100"/>
          </a:p>
        </p:txBody>
      </p:sp>
      <p:sp>
        <p:nvSpPr>
          <p:cNvPr id="147" name="Google Shape;147;p26"/>
          <p:cNvSpPr/>
          <p:nvPr/>
        </p:nvSpPr>
        <p:spPr>
          <a:xfrm>
            <a:off x="6585327" y="754380"/>
            <a:ext cx="2263706" cy="1165860"/>
          </a:xfrm>
          <a:prstGeom prst="rect">
            <a:avLst/>
          </a:prstGeom>
          <a:solidFill>
            <a:srgbClr val="EEECE6"/>
          </a:solidFill>
          <a:ln cap="flat" cmpd="sng" w="9525">
            <a:solidFill>
              <a:srgbClr val="D8D5CE"/>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48" name="Google Shape;148;p26"/>
          <p:cNvSpPr/>
          <p:nvPr/>
        </p:nvSpPr>
        <p:spPr>
          <a:xfrm>
            <a:off x="6585327" y="754380"/>
            <a:ext cx="48018" cy="1165860"/>
          </a:xfrm>
          <a:prstGeom prst="rect">
            <a:avLst/>
          </a:prstGeom>
          <a:solidFill>
            <a:srgbClr val="C5B358"/>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49" name="Google Shape;149;p26"/>
          <p:cNvSpPr txBox="1"/>
          <p:nvPr/>
        </p:nvSpPr>
        <p:spPr>
          <a:xfrm>
            <a:off x="6722521" y="857250"/>
            <a:ext cx="2058000" cy="438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2400">
                <a:solidFill>
                  <a:srgbClr val="1A2E35"/>
                </a:solidFill>
                <a:latin typeface="Newsreader"/>
                <a:ea typeface="Newsreader"/>
                <a:cs typeface="Newsreader"/>
                <a:sym typeface="Newsreader"/>
              </a:rPr>
              <a:t>65</a:t>
            </a:r>
            <a:r>
              <a:rPr b="1" i="0" lang="en" sz="2400" u="none" cap="none" strike="noStrike">
                <a:solidFill>
                  <a:srgbClr val="1A2E35"/>
                </a:solidFill>
                <a:latin typeface="Newsreader"/>
                <a:ea typeface="Newsreader"/>
                <a:cs typeface="Newsreader"/>
                <a:sym typeface="Newsreader"/>
              </a:rPr>
              <a:t>%</a:t>
            </a:r>
            <a:endParaRPr sz="1100"/>
          </a:p>
        </p:txBody>
      </p:sp>
      <p:sp>
        <p:nvSpPr>
          <p:cNvPr id="150" name="Google Shape;150;p26"/>
          <p:cNvSpPr txBox="1"/>
          <p:nvPr/>
        </p:nvSpPr>
        <p:spPr>
          <a:xfrm>
            <a:off x="6722521" y="1371600"/>
            <a:ext cx="2058000" cy="207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900">
                <a:solidFill>
                  <a:srgbClr val="7D8C7F"/>
                </a:solidFill>
                <a:latin typeface="Manrope"/>
                <a:ea typeface="Manrope"/>
                <a:cs typeface="Manrope"/>
                <a:sym typeface="Manrope"/>
              </a:rPr>
              <a:t>of </a:t>
            </a:r>
            <a:r>
              <a:rPr lang="en" sz="900">
                <a:solidFill>
                  <a:srgbClr val="7D8C7F"/>
                </a:solidFill>
                <a:latin typeface="Manrope"/>
                <a:ea typeface="Manrope"/>
                <a:cs typeface="Manrope"/>
                <a:sym typeface="Manrope"/>
              </a:rPr>
              <a:t>hotels are understaffed</a:t>
            </a:r>
            <a:endParaRPr sz="1100"/>
          </a:p>
        </p:txBody>
      </p:sp>
      <p:sp>
        <p:nvSpPr>
          <p:cNvPr id="151" name="Google Shape;151;p26"/>
          <p:cNvSpPr/>
          <p:nvPr/>
        </p:nvSpPr>
        <p:spPr>
          <a:xfrm>
            <a:off x="6585327" y="2125980"/>
            <a:ext cx="2263706" cy="1165860"/>
          </a:xfrm>
          <a:prstGeom prst="rect">
            <a:avLst/>
          </a:prstGeom>
          <a:solidFill>
            <a:srgbClr val="EEECE6"/>
          </a:solidFill>
          <a:ln cap="flat" cmpd="sng" w="9525">
            <a:solidFill>
              <a:srgbClr val="D8D5CE"/>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52" name="Google Shape;152;p26"/>
          <p:cNvSpPr/>
          <p:nvPr/>
        </p:nvSpPr>
        <p:spPr>
          <a:xfrm>
            <a:off x="6585327" y="2125980"/>
            <a:ext cx="48018" cy="1165860"/>
          </a:xfrm>
          <a:prstGeom prst="rect">
            <a:avLst/>
          </a:prstGeom>
          <a:solidFill>
            <a:srgbClr val="C5B358"/>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53" name="Google Shape;153;p26"/>
          <p:cNvSpPr txBox="1"/>
          <p:nvPr/>
        </p:nvSpPr>
        <p:spPr>
          <a:xfrm>
            <a:off x="6722521" y="2228850"/>
            <a:ext cx="2058000" cy="438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2400">
                <a:solidFill>
                  <a:srgbClr val="1A2E35"/>
                </a:solidFill>
                <a:latin typeface="Newsreader"/>
                <a:ea typeface="Newsreader"/>
                <a:cs typeface="Newsreader"/>
                <a:sym typeface="Newsreader"/>
              </a:rPr>
              <a:t>90%</a:t>
            </a:r>
            <a:endParaRPr sz="1100"/>
          </a:p>
        </p:txBody>
      </p:sp>
      <p:sp>
        <p:nvSpPr>
          <p:cNvPr id="154" name="Google Shape;154;p26"/>
          <p:cNvSpPr txBox="1"/>
          <p:nvPr/>
        </p:nvSpPr>
        <p:spPr>
          <a:xfrm>
            <a:off x="6722521" y="2743200"/>
            <a:ext cx="2058000" cy="346200"/>
          </a:xfrm>
          <a:prstGeom prst="rect">
            <a:avLst/>
          </a:prstGeom>
          <a:noFill/>
          <a:ln>
            <a:noFill/>
          </a:ln>
        </p:spPr>
        <p:txBody>
          <a:bodyPr anchorCtr="0" anchor="t" bIns="34275" lIns="68575" spcFirstLastPara="1" rIns="68575" wrap="square" tIns="34275">
            <a:spAutoFit/>
          </a:bodyPr>
          <a:lstStyle/>
          <a:p>
            <a:pPr indent="0" lvl="0" marL="0" rtl="0" algn="l">
              <a:spcBef>
                <a:spcPts val="0"/>
              </a:spcBef>
              <a:spcAft>
                <a:spcPts val="0"/>
              </a:spcAft>
              <a:buClr>
                <a:schemeClr val="dk1"/>
              </a:buClr>
              <a:buFont typeface="Arial"/>
              <a:buNone/>
            </a:pPr>
            <a:r>
              <a:rPr lang="en" sz="900">
                <a:solidFill>
                  <a:srgbClr val="7D8C7F"/>
                </a:solidFill>
                <a:latin typeface="Manrope"/>
                <a:ea typeface="Manrope"/>
                <a:cs typeface="Manrope"/>
                <a:sym typeface="Manrope"/>
              </a:rPr>
              <a:t>requests  are repetitive</a:t>
            </a:r>
            <a:endParaRPr sz="900">
              <a:solidFill>
                <a:srgbClr val="7D8C7F"/>
              </a:solidFill>
              <a:latin typeface="Manrope"/>
              <a:ea typeface="Manrope"/>
              <a:cs typeface="Manrope"/>
              <a:sym typeface="Manrope"/>
            </a:endParaRPr>
          </a:p>
          <a:p>
            <a:pPr indent="0" lvl="0" marL="0" marR="0" rtl="0" algn="l">
              <a:spcBef>
                <a:spcPts val="0"/>
              </a:spcBef>
              <a:spcAft>
                <a:spcPts val="0"/>
              </a:spcAft>
              <a:buNone/>
            </a:pPr>
            <a:r>
              <a:t/>
            </a:r>
            <a:endParaRPr sz="900">
              <a:solidFill>
                <a:srgbClr val="7D8C7F"/>
              </a:solidFill>
              <a:latin typeface="Manrope"/>
              <a:ea typeface="Manrope"/>
              <a:cs typeface="Manrope"/>
              <a:sym typeface="Manrope"/>
            </a:endParaRPr>
          </a:p>
        </p:txBody>
      </p:sp>
      <p:sp>
        <p:nvSpPr>
          <p:cNvPr id="155" name="Google Shape;155;p26"/>
          <p:cNvSpPr/>
          <p:nvPr/>
        </p:nvSpPr>
        <p:spPr>
          <a:xfrm>
            <a:off x="6585327" y="3497580"/>
            <a:ext cx="2263706" cy="1165860"/>
          </a:xfrm>
          <a:prstGeom prst="rect">
            <a:avLst/>
          </a:prstGeom>
          <a:solidFill>
            <a:srgbClr val="EEECE6"/>
          </a:solidFill>
          <a:ln cap="flat" cmpd="sng" w="9525">
            <a:solidFill>
              <a:srgbClr val="D8D5CE"/>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56" name="Google Shape;156;p26"/>
          <p:cNvSpPr/>
          <p:nvPr/>
        </p:nvSpPr>
        <p:spPr>
          <a:xfrm>
            <a:off x="6585327" y="3497580"/>
            <a:ext cx="48018" cy="1165860"/>
          </a:xfrm>
          <a:prstGeom prst="rect">
            <a:avLst/>
          </a:prstGeom>
          <a:solidFill>
            <a:srgbClr val="C5B358"/>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57" name="Google Shape;157;p26"/>
          <p:cNvSpPr txBox="1"/>
          <p:nvPr/>
        </p:nvSpPr>
        <p:spPr>
          <a:xfrm>
            <a:off x="6722521" y="3600450"/>
            <a:ext cx="2058000" cy="438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2400">
                <a:solidFill>
                  <a:srgbClr val="1A2E35"/>
                </a:solidFill>
                <a:latin typeface="Newsreader"/>
                <a:ea typeface="Newsreader"/>
                <a:cs typeface="Newsreader"/>
                <a:sym typeface="Newsreader"/>
              </a:rPr>
              <a:t>60%</a:t>
            </a:r>
            <a:endParaRPr sz="1100"/>
          </a:p>
        </p:txBody>
      </p:sp>
      <p:sp>
        <p:nvSpPr>
          <p:cNvPr id="158" name="Google Shape;158;p26"/>
          <p:cNvSpPr txBox="1"/>
          <p:nvPr/>
        </p:nvSpPr>
        <p:spPr>
          <a:xfrm>
            <a:off x="6722521" y="4114800"/>
            <a:ext cx="2058000" cy="346200"/>
          </a:xfrm>
          <a:prstGeom prst="rect">
            <a:avLst/>
          </a:prstGeom>
          <a:noFill/>
          <a:ln>
            <a:noFill/>
          </a:ln>
        </p:spPr>
        <p:txBody>
          <a:bodyPr anchorCtr="0" anchor="t" bIns="34275" lIns="68575" spcFirstLastPara="1" rIns="68575" wrap="square" tIns="34275">
            <a:spAutoFit/>
          </a:bodyPr>
          <a:lstStyle/>
          <a:p>
            <a:pPr indent="0" lvl="0" marL="0" rtl="0" algn="l">
              <a:spcBef>
                <a:spcPts val="0"/>
              </a:spcBef>
              <a:spcAft>
                <a:spcPts val="0"/>
              </a:spcAft>
              <a:buNone/>
            </a:pPr>
            <a:r>
              <a:rPr lang="en" sz="900">
                <a:solidFill>
                  <a:srgbClr val="7D8C7F"/>
                </a:solidFill>
                <a:latin typeface="Manrope"/>
                <a:ea typeface="Manrope"/>
                <a:cs typeface="Manrope"/>
                <a:sym typeface="Manrope"/>
              </a:rPr>
              <a:t>a</a:t>
            </a:r>
            <a:r>
              <a:rPr lang="en" sz="900">
                <a:solidFill>
                  <a:srgbClr val="7D8C7F"/>
                </a:solidFill>
                <a:latin typeface="Manrope"/>
                <a:ea typeface="Manrope"/>
                <a:cs typeface="Manrope"/>
                <a:sym typeface="Manrope"/>
              </a:rPr>
              <a:t>ll  </a:t>
            </a:r>
            <a:r>
              <a:rPr lang="en" sz="900">
                <a:solidFill>
                  <a:srgbClr val="7D8C7F"/>
                </a:solidFill>
                <a:latin typeface="Manrope"/>
                <a:ea typeface="Manrope"/>
                <a:cs typeface="Manrope"/>
                <a:sym typeface="Manrope"/>
              </a:rPr>
              <a:t>interactions  can be easily automated</a:t>
            </a:r>
            <a:endParaRPr sz="900">
              <a:solidFill>
                <a:srgbClr val="7D8C7F"/>
              </a:solidFill>
              <a:latin typeface="Manrope"/>
              <a:ea typeface="Manrope"/>
              <a:cs typeface="Manrope"/>
              <a:sym typeface="Manrope"/>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2"/>
        </a:solidFill>
      </p:bgPr>
    </p:bg>
    <p:spTree>
      <p:nvGrpSpPr>
        <p:cNvPr id="163" name="Shape 163"/>
        <p:cNvGrpSpPr/>
        <p:nvPr/>
      </p:nvGrpSpPr>
      <p:grpSpPr>
        <a:xfrm>
          <a:off x="0" y="0"/>
          <a:ext cx="0" cy="0"/>
          <a:chOff x="0" y="0"/>
          <a:chExt cx="0" cy="0"/>
        </a:xfrm>
      </p:grpSpPr>
      <p:sp>
        <p:nvSpPr>
          <p:cNvPr id="164" name="Google Shape;164;p27"/>
          <p:cNvSpPr/>
          <p:nvPr/>
        </p:nvSpPr>
        <p:spPr>
          <a:xfrm>
            <a:off x="0" y="0"/>
            <a:ext cx="9144002" cy="48006"/>
          </a:xfrm>
          <a:prstGeom prst="rect">
            <a:avLst/>
          </a:prstGeom>
          <a:solidFill>
            <a:srgbClr val="C5B358"/>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65" name="Google Shape;165;p27"/>
          <p:cNvSpPr txBox="1"/>
          <p:nvPr/>
        </p:nvSpPr>
        <p:spPr>
          <a:xfrm>
            <a:off x="342986" y="150876"/>
            <a:ext cx="2057915" cy="27432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800" u="none" cap="none" strike="noStrike">
                <a:solidFill>
                  <a:srgbClr val="C5B358"/>
                </a:solidFill>
                <a:latin typeface="Manrope"/>
                <a:ea typeface="Manrope"/>
                <a:cs typeface="Manrope"/>
                <a:sym typeface="Manrope"/>
              </a:rPr>
              <a:t>UNLOKET</a:t>
            </a:r>
            <a:endParaRPr sz="1100"/>
          </a:p>
        </p:txBody>
      </p:sp>
      <p:sp>
        <p:nvSpPr>
          <p:cNvPr id="166" name="Google Shape;166;p27"/>
          <p:cNvSpPr txBox="1"/>
          <p:nvPr/>
        </p:nvSpPr>
        <p:spPr>
          <a:xfrm>
            <a:off x="342986" y="514350"/>
            <a:ext cx="6173744" cy="54864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2600" u="none" cap="none" strike="noStrike">
                <a:solidFill>
                  <a:srgbClr val="1A2E35"/>
                </a:solidFill>
                <a:latin typeface="Newsreader"/>
                <a:ea typeface="Newsreader"/>
                <a:cs typeface="Newsreader"/>
                <a:sym typeface="Newsreader"/>
              </a:rPr>
              <a:t>Where the data came from</a:t>
            </a:r>
            <a:endParaRPr sz="1100"/>
          </a:p>
        </p:txBody>
      </p:sp>
      <p:sp>
        <p:nvSpPr>
          <p:cNvPr id="167" name="Google Shape;167;p27"/>
          <p:cNvSpPr/>
          <p:nvPr/>
        </p:nvSpPr>
        <p:spPr>
          <a:xfrm>
            <a:off x="342986" y="1200150"/>
            <a:ext cx="2709588" cy="1988820"/>
          </a:xfrm>
          <a:prstGeom prst="rect">
            <a:avLst/>
          </a:prstGeom>
          <a:solidFill>
            <a:srgbClr val="FFFFFF"/>
          </a:solidFill>
          <a:ln cap="flat" cmpd="sng" w="9525">
            <a:solidFill>
              <a:srgbClr val="D8D5CE"/>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68" name="Google Shape;168;p27"/>
          <p:cNvSpPr/>
          <p:nvPr/>
        </p:nvSpPr>
        <p:spPr>
          <a:xfrm>
            <a:off x="342986" y="1200150"/>
            <a:ext cx="2709588" cy="48006"/>
          </a:xfrm>
          <a:prstGeom prst="rect">
            <a:avLst/>
          </a:prstGeom>
          <a:solidFill>
            <a:srgbClr val="C5B358"/>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69" name="Google Shape;169;p27"/>
          <p:cNvSpPr txBox="1"/>
          <p:nvPr/>
        </p:nvSpPr>
        <p:spPr>
          <a:xfrm>
            <a:off x="480180" y="1337310"/>
            <a:ext cx="2400901"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100" u="none" cap="none" strike="noStrike">
                <a:solidFill>
                  <a:srgbClr val="1A2E35"/>
                </a:solidFill>
                <a:latin typeface="Manrope"/>
                <a:ea typeface="Manrope"/>
                <a:cs typeface="Manrope"/>
                <a:sym typeface="Manrope"/>
              </a:rPr>
              <a:t>SMS &amp; WhatsApp Logs</a:t>
            </a:r>
            <a:endParaRPr sz="1100"/>
          </a:p>
        </p:txBody>
      </p:sp>
      <p:sp>
        <p:nvSpPr>
          <p:cNvPr id="170" name="Google Shape;170;p27"/>
          <p:cNvSpPr txBox="1"/>
          <p:nvPr/>
        </p:nvSpPr>
        <p:spPr>
          <a:xfrm>
            <a:off x="480180" y="1748790"/>
            <a:ext cx="2435100" cy="623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900" u="none" cap="none" strike="noStrike">
                <a:solidFill>
                  <a:srgbClr val="7D8C7F"/>
                </a:solidFill>
                <a:latin typeface="Manrope"/>
                <a:ea typeface="Manrope"/>
                <a:cs typeface="Manrope"/>
                <a:sym typeface="Manrope"/>
              </a:rPr>
              <a:t>Real guest-to-hotel conversations pulled directly from Odysseas' platform. Every message sent and received through Unloket at a live pilot property.</a:t>
            </a:r>
            <a:endParaRPr sz="1100"/>
          </a:p>
        </p:txBody>
      </p:sp>
      <p:sp>
        <p:nvSpPr>
          <p:cNvPr id="171" name="Google Shape;171;p27"/>
          <p:cNvSpPr/>
          <p:nvPr/>
        </p:nvSpPr>
        <p:spPr>
          <a:xfrm>
            <a:off x="3258365" y="1200150"/>
            <a:ext cx="2709588" cy="1988820"/>
          </a:xfrm>
          <a:prstGeom prst="rect">
            <a:avLst/>
          </a:prstGeom>
          <a:solidFill>
            <a:srgbClr val="FFFFFF"/>
          </a:solidFill>
          <a:ln cap="flat" cmpd="sng" w="9525">
            <a:solidFill>
              <a:srgbClr val="D8D5CE"/>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72" name="Google Shape;172;p27"/>
          <p:cNvSpPr/>
          <p:nvPr/>
        </p:nvSpPr>
        <p:spPr>
          <a:xfrm>
            <a:off x="3258365" y="1200150"/>
            <a:ext cx="2709588" cy="48006"/>
          </a:xfrm>
          <a:prstGeom prst="rect">
            <a:avLst/>
          </a:prstGeom>
          <a:solidFill>
            <a:srgbClr val="C5B358"/>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73" name="Google Shape;173;p27"/>
          <p:cNvSpPr txBox="1"/>
          <p:nvPr/>
        </p:nvSpPr>
        <p:spPr>
          <a:xfrm>
            <a:off x="3481309" y="1379235"/>
            <a:ext cx="24009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100" u="none" cap="none" strike="noStrike">
                <a:solidFill>
                  <a:srgbClr val="1A2E35"/>
                </a:solidFill>
                <a:latin typeface="Manrope"/>
                <a:ea typeface="Manrope"/>
                <a:cs typeface="Manrope"/>
                <a:sym typeface="Manrope"/>
              </a:rPr>
              <a:t>3,641 Messages</a:t>
            </a:r>
            <a:endParaRPr sz="1100"/>
          </a:p>
        </p:txBody>
      </p:sp>
      <p:sp>
        <p:nvSpPr>
          <p:cNvPr id="174" name="Google Shape;174;p27"/>
          <p:cNvSpPr txBox="1"/>
          <p:nvPr/>
        </p:nvSpPr>
        <p:spPr>
          <a:xfrm>
            <a:off x="3395559" y="1748790"/>
            <a:ext cx="2435100" cy="623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900" u="none" cap="none" strike="noStrike">
                <a:solidFill>
                  <a:srgbClr val="7D8C7F"/>
                </a:solidFill>
                <a:latin typeface="Manrope"/>
                <a:ea typeface="Manrope"/>
                <a:cs typeface="Manrope"/>
                <a:sym typeface="Manrope"/>
              </a:rPr>
              <a:t>Spanning December 2025 through April 2026</a:t>
            </a:r>
            <a:r>
              <a:rPr lang="en" sz="900">
                <a:solidFill>
                  <a:srgbClr val="7D8C7F"/>
                </a:solidFill>
                <a:latin typeface="Manrope"/>
                <a:ea typeface="Manrope"/>
                <a:cs typeface="Manrope"/>
                <a:sym typeface="Manrope"/>
              </a:rPr>
              <a:t>,</a:t>
            </a:r>
            <a:r>
              <a:rPr b="0" i="0" lang="en" sz="900" u="none" cap="none" strike="noStrike">
                <a:solidFill>
                  <a:srgbClr val="7D8C7F"/>
                </a:solidFill>
                <a:latin typeface="Manrope"/>
                <a:ea typeface="Manrope"/>
                <a:cs typeface="Manrope"/>
                <a:sym typeface="Manrope"/>
              </a:rPr>
              <a:t> five months of live operational data across 8 inquiry categories</a:t>
            </a:r>
            <a:r>
              <a:rPr lang="en" sz="900">
                <a:solidFill>
                  <a:srgbClr val="7D8C7F"/>
                </a:solidFill>
                <a:latin typeface="Manrope"/>
                <a:ea typeface="Manrope"/>
                <a:cs typeface="Manrope"/>
                <a:sym typeface="Manrope"/>
              </a:rPr>
              <a:t> and 15+ locations.</a:t>
            </a:r>
            <a:endParaRPr sz="1100"/>
          </a:p>
        </p:txBody>
      </p:sp>
      <p:sp>
        <p:nvSpPr>
          <p:cNvPr id="175" name="Google Shape;175;p27"/>
          <p:cNvSpPr/>
          <p:nvPr/>
        </p:nvSpPr>
        <p:spPr>
          <a:xfrm>
            <a:off x="6173744" y="1200150"/>
            <a:ext cx="2709588" cy="1988820"/>
          </a:xfrm>
          <a:prstGeom prst="rect">
            <a:avLst/>
          </a:prstGeom>
          <a:solidFill>
            <a:srgbClr val="FFFFFF"/>
          </a:solidFill>
          <a:ln cap="flat" cmpd="sng" w="9525">
            <a:solidFill>
              <a:srgbClr val="D8D5CE"/>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76" name="Google Shape;176;p27"/>
          <p:cNvSpPr/>
          <p:nvPr/>
        </p:nvSpPr>
        <p:spPr>
          <a:xfrm>
            <a:off x="6173744" y="1200150"/>
            <a:ext cx="2709588" cy="48006"/>
          </a:xfrm>
          <a:prstGeom prst="rect">
            <a:avLst/>
          </a:prstGeom>
          <a:solidFill>
            <a:srgbClr val="C5B358"/>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77" name="Google Shape;177;p27"/>
          <p:cNvSpPr txBox="1"/>
          <p:nvPr/>
        </p:nvSpPr>
        <p:spPr>
          <a:xfrm>
            <a:off x="6310939" y="1337310"/>
            <a:ext cx="2400901"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100" u="none" cap="none" strike="noStrike">
                <a:solidFill>
                  <a:srgbClr val="1A2E35"/>
                </a:solidFill>
                <a:latin typeface="Manrope"/>
                <a:ea typeface="Manrope"/>
                <a:cs typeface="Manrope"/>
                <a:sym typeface="Manrope"/>
              </a:rPr>
              <a:t>First-Hand Access</a:t>
            </a:r>
            <a:endParaRPr sz="1100"/>
          </a:p>
        </p:txBody>
      </p:sp>
      <p:sp>
        <p:nvSpPr>
          <p:cNvPr id="178" name="Google Shape;178;p27"/>
          <p:cNvSpPr txBox="1"/>
          <p:nvPr/>
        </p:nvSpPr>
        <p:spPr>
          <a:xfrm>
            <a:off x="6310939" y="1748790"/>
            <a:ext cx="2435100" cy="484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900" u="none" cap="none" strike="noStrike">
                <a:solidFill>
                  <a:srgbClr val="7D8C7F"/>
                </a:solidFill>
                <a:latin typeface="Manrope"/>
                <a:ea typeface="Manrope"/>
                <a:cs typeface="Manrope"/>
                <a:sym typeface="Manrope"/>
              </a:rPr>
              <a:t>No third-party scraping, no synthetic data. This is live data from Odysseas' platform, </a:t>
            </a:r>
            <a:r>
              <a:rPr lang="en" sz="900">
                <a:solidFill>
                  <a:srgbClr val="7D8C7F"/>
                </a:solidFill>
                <a:latin typeface="Manrope"/>
                <a:ea typeface="Manrope"/>
                <a:cs typeface="Manrope"/>
                <a:sym typeface="Manrope"/>
              </a:rPr>
              <a:t>that we pulled </a:t>
            </a:r>
            <a:r>
              <a:rPr b="0" i="0" lang="en" sz="900" u="none" cap="none" strike="noStrike">
                <a:solidFill>
                  <a:srgbClr val="7D8C7F"/>
                </a:solidFill>
                <a:latin typeface="Manrope"/>
                <a:ea typeface="Manrope"/>
                <a:cs typeface="Manrope"/>
                <a:sym typeface="Manrope"/>
              </a:rPr>
              <a:t>directly for this project.</a:t>
            </a:r>
            <a:endParaRPr sz="1100"/>
          </a:p>
        </p:txBody>
      </p:sp>
      <p:sp>
        <p:nvSpPr>
          <p:cNvPr id="179" name="Google Shape;179;p27"/>
          <p:cNvSpPr txBox="1"/>
          <p:nvPr/>
        </p:nvSpPr>
        <p:spPr>
          <a:xfrm>
            <a:off x="342986" y="3360420"/>
            <a:ext cx="6173744" cy="2400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100" u="none" cap="none" strike="noStrike">
                <a:solidFill>
                  <a:srgbClr val="1A2E35"/>
                </a:solidFill>
                <a:latin typeface="Manrope"/>
                <a:ea typeface="Manrope"/>
                <a:cs typeface="Manrope"/>
                <a:sym typeface="Manrope"/>
              </a:rPr>
              <a:t>Dataset fields</a:t>
            </a:r>
            <a:endParaRPr sz="1100"/>
          </a:p>
        </p:txBody>
      </p:sp>
      <p:sp>
        <p:nvSpPr>
          <p:cNvPr id="180" name="Google Shape;180;p27"/>
          <p:cNvSpPr/>
          <p:nvPr/>
        </p:nvSpPr>
        <p:spPr>
          <a:xfrm>
            <a:off x="342986" y="3669030"/>
            <a:ext cx="1989318" cy="288036"/>
          </a:xfrm>
          <a:prstGeom prst="rect">
            <a:avLst/>
          </a:prstGeom>
          <a:solidFill>
            <a:srgbClr val="1A2E35"/>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81" name="Google Shape;181;p27"/>
          <p:cNvSpPr txBox="1"/>
          <p:nvPr/>
        </p:nvSpPr>
        <p:spPr>
          <a:xfrm>
            <a:off x="411583" y="3717036"/>
            <a:ext cx="1852123" cy="20574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800" u="none" cap="none" strike="noStrike">
                <a:solidFill>
                  <a:srgbClr val="FFFFFF"/>
                </a:solidFill>
                <a:latin typeface="Manrope"/>
                <a:ea typeface="Manrope"/>
                <a:cs typeface="Manrope"/>
                <a:sym typeface="Manrope"/>
              </a:rPr>
              <a:t>Inquiry Category</a:t>
            </a:r>
            <a:endParaRPr sz="1100"/>
          </a:p>
        </p:txBody>
      </p:sp>
      <p:sp>
        <p:nvSpPr>
          <p:cNvPr id="182" name="Google Shape;182;p27"/>
          <p:cNvSpPr/>
          <p:nvPr/>
        </p:nvSpPr>
        <p:spPr>
          <a:xfrm>
            <a:off x="2503796" y="3669030"/>
            <a:ext cx="1989318" cy="288036"/>
          </a:xfrm>
          <a:prstGeom prst="rect">
            <a:avLst/>
          </a:prstGeom>
          <a:solidFill>
            <a:srgbClr val="1A2E35"/>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83" name="Google Shape;183;p27"/>
          <p:cNvSpPr txBox="1"/>
          <p:nvPr/>
        </p:nvSpPr>
        <p:spPr>
          <a:xfrm>
            <a:off x="2572394" y="3717036"/>
            <a:ext cx="1852123" cy="20574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800" u="none" cap="none" strike="noStrike">
                <a:solidFill>
                  <a:srgbClr val="FFFFFF"/>
                </a:solidFill>
                <a:latin typeface="Manrope"/>
                <a:ea typeface="Manrope"/>
                <a:cs typeface="Manrope"/>
                <a:sym typeface="Manrope"/>
              </a:rPr>
              <a:t>Handler (AI vs. Staff)</a:t>
            </a:r>
            <a:endParaRPr sz="1100"/>
          </a:p>
        </p:txBody>
      </p:sp>
      <p:sp>
        <p:nvSpPr>
          <p:cNvPr id="184" name="Google Shape;184;p27"/>
          <p:cNvSpPr/>
          <p:nvPr/>
        </p:nvSpPr>
        <p:spPr>
          <a:xfrm>
            <a:off x="4664607" y="3669030"/>
            <a:ext cx="1989318" cy="288036"/>
          </a:xfrm>
          <a:prstGeom prst="rect">
            <a:avLst/>
          </a:prstGeom>
          <a:solidFill>
            <a:srgbClr val="1A2E35"/>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85" name="Google Shape;185;p27"/>
          <p:cNvSpPr txBox="1"/>
          <p:nvPr/>
        </p:nvSpPr>
        <p:spPr>
          <a:xfrm>
            <a:off x="4733203" y="3717036"/>
            <a:ext cx="1852123" cy="20574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800" u="none" cap="none" strike="noStrike">
                <a:solidFill>
                  <a:srgbClr val="FFFFFF"/>
                </a:solidFill>
                <a:latin typeface="Manrope"/>
                <a:ea typeface="Manrope"/>
                <a:cs typeface="Manrope"/>
                <a:sym typeface="Manrope"/>
              </a:rPr>
              <a:t>Satisfaction Score</a:t>
            </a:r>
            <a:endParaRPr sz="1100"/>
          </a:p>
        </p:txBody>
      </p:sp>
      <p:sp>
        <p:nvSpPr>
          <p:cNvPr id="186" name="Google Shape;186;p27"/>
          <p:cNvSpPr/>
          <p:nvPr/>
        </p:nvSpPr>
        <p:spPr>
          <a:xfrm>
            <a:off x="6825417" y="3669030"/>
            <a:ext cx="1989318" cy="288036"/>
          </a:xfrm>
          <a:prstGeom prst="rect">
            <a:avLst/>
          </a:prstGeom>
          <a:solidFill>
            <a:srgbClr val="1A2E35"/>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87" name="Google Shape;187;p27"/>
          <p:cNvSpPr txBox="1"/>
          <p:nvPr/>
        </p:nvSpPr>
        <p:spPr>
          <a:xfrm>
            <a:off x="6894014" y="3717036"/>
            <a:ext cx="1852123" cy="20574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800" u="none" cap="none" strike="noStrike">
                <a:solidFill>
                  <a:srgbClr val="FFFFFF"/>
                </a:solidFill>
                <a:latin typeface="Manrope"/>
                <a:ea typeface="Manrope"/>
                <a:cs typeface="Manrope"/>
                <a:sym typeface="Manrope"/>
              </a:rPr>
              <a:t>Response Time</a:t>
            </a:r>
            <a:endParaRPr sz="1100"/>
          </a:p>
        </p:txBody>
      </p:sp>
      <p:sp>
        <p:nvSpPr>
          <p:cNvPr id="188" name="Google Shape;188;p27"/>
          <p:cNvSpPr/>
          <p:nvPr/>
        </p:nvSpPr>
        <p:spPr>
          <a:xfrm>
            <a:off x="342986" y="4046219"/>
            <a:ext cx="1989318" cy="288036"/>
          </a:xfrm>
          <a:prstGeom prst="rect">
            <a:avLst/>
          </a:prstGeom>
          <a:solidFill>
            <a:srgbClr val="1A2E35"/>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89" name="Google Shape;189;p27"/>
          <p:cNvSpPr txBox="1"/>
          <p:nvPr/>
        </p:nvSpPr>
        <p:spPr>
          <a:xfrm>
            <a:off x="411583" y="4094226"/>
            <a:ext cx="1852123" cy="20574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800" u="none" cap="none" strike="noStrike">
                <a:solidFill>
                  <a:srgbClr val="FFFFFF"/>
                </a:solidFill>
                <a:latin typeface="Manrope"/>
                <a:ea typeface="Manrope"/>
                <a:cs typeface="Manrope"/>
                <a:sym typeface="Manrope"/>
              </a:rPr>
              <a:t>Message Direction</a:t>
            </a:r>
            <a:endParaRPr sz="1100"/>
          </a:p>
        </p:txBody>
      </p:sp>
      <p:sp>
        <p:nvSpPr>
          <p:cNvPr id="190" name="Google Shape;190;p27"/>
          <p:cNvSpPr/>
          <p:nvPr/>
        </p:nvSpPr>
        <p:spPr>
          <a:xfrm>
            <a:off x="2503796" y="4046219"/>
            <a:ext cx="1989318" cy="288036"/>
          </a:xfrm>
          <a:prstGeom prst="rect">
            <a:avLst/>
          </a:prstGeom>
          <a:solidFill>
            <a:srgbClr val="1A2E35"/>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91" name="Google Shape;191;p27"/>
          <p:cNvSpPr txBox="1"/>
          <p:nvPr/>
        </p:nvSpPr>
        <p:spPr>
          <a:xfrm>
            <a:off x="2572394" y="4094226"/>
            <a:ext cx="1852123" cy="20574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800" u="none" cap="none" strike="noStrike">
                <a:solidFill>
                  <a:srgbClr val="FFFFFF"/>
                </a:solidFill>
                <a:latin typeface="Manrope"/>
                <a:ea typeface="Manrope"/>
                <a:cs typeface="Manrope"/>
                <a:sym typeface="Manrope"/>
              </a:rPr>
              <a:t>Timestamp</a:t>
            </a:r>
            <a:endParaRPr sz="1100"/>
          </a:p>
        </p:txBody>
      </p:sp>
      <p:sp>
        <p:nvSpPr>
          <p:cNvPr id="192" name="Google Shape;192;p27"/>
          <p:cNvSpPr/>
          <p:nvPr/>
        </p:nvSpPr>
        <p:spPr>
          <a:xfrm>
            <a:off x="4664607" y="4046219"/>
            <a:ext cx="1989318" cy="288036"/>
          </a:xfrm>
          <a:prstGeom prst="rect">
            <a:avLst/>
          </a:prstGeom>
          <a:solidFill>
            <a:srgbClr val="1A2E35"/>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93" name="Google Shape;193;p27"/>
          <p:cNvSpPr txBox="1"/>
          <p:nvPr/>
        </p:nvSpPr>
        <p:spPr>
          <a:xfrm>
            <a:off x="4733203" y="4094226"/>
            <a:ext cx="1852123" cy="20574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800" u="none" cap="none" strike="noStrike">
                <a:solidFill>
                  <a:srgbClr val="FFFFFF"/>
                </a:solidFill>
                <a:latin typeface="Manrope"/>
                <a:ea typeface="Manrope"/>
                <a:cs typeface="Manrope"/>
                <a:sym typeface="Manrope"/>
              </a:rPr>
              <a:t>Guest Phone</a:t>
            </a:r>
            <a:endParaRPr sz="1100"/>
          </a:p>
        </p:txBody>
      </p:sp>
      <p:sp>
        <p:nvSpPr>
          <p:cNvPr id="194" name="Google Shape;194;p27"/>
          <p:cNvSpPr/>
          <p:nvPr/>
        </p:nvSpPr>
        <p:spPr>
          <a:xfrm>
            <a:off x="6825417" y="4046219"/>
            <a:ext cx="1989318" cy="288036"/>
          </a:xfrm>
          <a:prstGeom prst="rect">
            <a:avLst/>
          </a:prstGeom>
          <a:solidFill>
            <a:srgbClr val="1A2E35"/>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95" name="Google Shape;195;p27"/>
          <p:cNvSpPr txBox="1"/>
          <p:nvPr/>
        </p:nvSpPr>
        <p:spPr>
          <a:xfrm>
            <a:off x="6894014" y="4094226"/>
            <a:ext cx="1852123" cy="20574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800" u="none" cap="none" strike="noStrike">
                <a:solidFill>
                  <a:srgbClr val="FFFFFF"/>
                </a:solidFill>
                <a:latin typeface="Manrope"/>
                <a:ea typeface="Manrope"/>
                <a:cs typeface="Manrope"/>
                <a:sym typeface="Manrope"/>
              </a:rPr>
              <a:t>Message Body</a:t>
            </a:r>
            <a:endParaRPr sz="11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pic>
        <p:nvPicPr>
          <p:cNvPr id="200" name="Google Shape;200;p28" title="Hotel Messaging Dashboard.png"/>
          <p:cNvPicPr preferRelativeResize="0"/>
          <p:nvPr/>
        </p:nvPicPr>
        <p:blipFill>
          <a:blip r:embed="rId3">
            <a:alphaModFix/>
          </a:blip>
          <a:stretch>
            <a:fillRect/>
          </a:stretch>
        </p:blipFill>
        <p:spPr>
          <a:xfrm>
            <a:off x="152400" y="152400"/>
            <a:ext cx="8601434" cy="48387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E35"/>
        </a:solidFill>
      </p:bgPr>
    </p:bg>
    <p:spTree>
      <p:nvGrpSpPr>
        <p:cNvPr id="205" name="Shape 205"/>
        <p:cNvGrpSpPr/>
        <p:nvPr/>
      </p:nvGrpSpPr>
      <p:grpSpPr>
        <a:xfrm>
          <a:off x="0" y="0"/>
          <a:ext cx="0" cy="0"/>
          <a:chOff x="0" y="0"/>
          <a:chExt cx="0" cy="0"/>
        </a:xfrm>
      </p:grpSpPr>
      <p:sp>
        <p:nvSpPr>
          <p:cNvPr id="206" name="Google Shape;206;p29"/>
          <p:cNvSpPr/>
          <p:nvPr/>
        </p:nvSpPr>
        <p:spPr>
          <a:xfrm>
            <a:off x="0" y="0"/>
            <a:ext cx="9144002" cy="48006"/>
          </a:xfrm>
          <a:prstGeom prst="rect">
            <a:avLst/>
          </a:prstGeom>
          <a:solidFill>
            <a:srgbClr val="C5B358"/>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07" name="Google Shape;207;p29"/>
          <p:cNvSpPr txBox="1"/>
          <p:nvPr/>
        </p:nvSpPr>
        <p:spPr>
          <a:xfrm>
            <a:off x="3401669" y="1097280"/>
            <a:ext cx="2058000" cy="2079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 sz="900" u="none" cap="none" strike="noStrike">
                <a:solidFill>
                  <a:srgbClr val="C5B358"/>
                </a:solidFill>
                <a:latin typeface="Manrope"/>
                <a:ea typeface="Manrope"/>
                <a:cs typeface="Manrope"/>
                <a:sym typeface="Manrope"/>
              </a:rPr>
              <a:t>UNLOKET</a:t>
            </a:r>
            <a:endParaRPr sz="1100"/>
          </a:p>
        </p:txBody>
      </p:sp>
      <p:sp>
        <p:nvSpPr>
          <p:cNvPr id="208" name="Google Shape;208;p29"/>
          <p:cNvSpPr txBox="1"/>
          <p:nvPr/>
        </p:nvSpPr>
        <p:spPr>
          <a:xfrm>
            <a:off x="685972" y="1645920"/>
            <a:ext cx="7772058" cy="10287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 sz="3600" u="none" cap="none" strike="noStrike">
                <a:solidFill>
                  <a:srgbClr val="FFFFFF"/>
                </a:solidFill>
                <a:latin typeface="Newsreader"/>
                <a:ea typeface="Newsreader"/>
                <a:cs typeface="Newsreader"/>
                <a:sym typeface="Newsreader"/>
              </a:rPr>
              <a:t>Let's look at the dashboard.</a:t>
            </a:r>
            <a:endParaRPr sz="1100"/>
          </a:p>
        </p:txBody>
      </p:sp>
      <p:sp>
        <p:nvSpPr>
          <p:cNvPr id="209" name="Google Shape;209;p29"/>
          <p:cNvSpPr txBox="1"/>
          <p:nvPr/>
        </p:nvSpPr>
        <p:spPr>
          <a:xfrm>
            <a:off x="1371943" y="2811779"/>
            <a:ext cx="6400200" cy="238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t/>
            </a:r>
            <a:endParaRPr sz="1100"/>
          </a:p>
        </p:txBody>
      </p:sp>
      <p:sp>
        <p:nvSpPr>
          <p:cNvPr id="210" name="Google Shape;210;p29"/>
          <p:cNvSpPr/>
          <p:nvPr/>
        </p:nvSpPr>
        <p:spPr>
          <a:xfrm>
            <a:off x="3203487" y="3429000"/>
            <a:ext cx="2743886" cy="445770"/>
          </a:xfrm>
          <a:prstGeom prst="rect">
            <a:avLst/>
          </a:prstGeom>
          <a:solidFill>
            <a:srgbClr val="C5B358"/>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11" name="Google Shape;211;p29"/>
          <p:cNvSpPr txBox="1"/>
          <p:nvPr/>
        </p:nvSpPr>
        <p:spPr>
          <a:xfrm>
            <a:off x="3203487" y="3463290"/>
            <a:ext cx="2743800" cy="238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100" u="sng">
                <a:solidFill>
                  <a:schemeClr val="hlink"/>
                </a:solidFill>
                <a:hlinkClick r:id="rId3"/>
              </a:rPr>
              <a:t>Switch to Tableau</a:t>
            </a:r>
            <a:endParaRPr sz="11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2"/>
        </a:solidFill>
      </p:bgPr>
    </p:bg>
    <p:spTree>
      <p:nvGrpSpPr>
        <p:cNvPr id="216" name="Shape 216"/>
        <p:cNvGrpSpPr/>
        <p:nvPr/>
      </p:nvGrpSpPr>
      <p:grpSpPr>
        <a:xfrm>
          <a:off x="0" y="0"/>
          <a:ext cx="0" cy="0"/>
          <a:chOff x="0" y="0"/>
          <a:chExt cx="0" cy="0"/>
        </a:xfrm>
      </p:grpSpPr>
      <p:sp>
        <p:nvSpPr>
          <p:cNvPr id="217" name="Google Shape;217;p30"/>
          <p:cNvSpPr/>
          <p:nvPr/>
        </p:nvSpPr>
        <p:spPr>
          <a:xfrm>
            <a:off x="0" y="0"/>
            <a:ext cx="9144002" cy="48006"/>
          </a:xfrm>
          <a:prstGeom prst="rect">
            <a:avLst/>
          </a:prstGeom>
          <a:solidFill>
            <a:srgbClr val="C5B358"/>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18" name="Google Shape;218;p30"/>
          <p:cNvSpPr txBox="1"/>
          <p:nvPr/>
        </p:nvSpPr>
        <p:spPr>
          <a:xfrm>
            <a:off x="342986" y="150876"/>
            <a:ext cx="2057915" cy="27432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800" u="none" cap="none" strike="noStrike">
                <a:solidFill>
                  <a:srgbClr val="C5B358"/>
                </a:solidFill>
                <a:latin typeface="Manrope"/>
                <a:ea typeface="Manrope"/>
                <a:cs typeface="Manrope"/>
                <a:sym typeface="Manrope"/>
              </a:rPr>
              <a:t>UNLOKET</a:t>
            </a:r>
            <a:endParaRPr sz="1100"/>
          </a:p>
        </p:txBody>
      </p:sp>
      <p:sp>
        <p:nvSpPr>
          <p:cNvPr id="219" name="Google Shape;219;p30"/>
          <p:cNvSpPr txBox="1"/>
          <p:nvPr/>
        </p:nvSpPr>
        <p:spPr>
          <a:xfrm>
            <a:off x="342986" y="514350"/>
            <a:ext cx="6173744" cy="54864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2600" u="none" cap="none" strike="noStrike">
                <a:solidFill>
                  <a:srgbClr val="1A2E35"/>
                </a:solidFill>
                <a:latin typeface="Newsreader"/>
                <a:ea typeface="Newsreader"/>
                <a:cs typeface="Newsreader"/>
                <a:sym typeface="Newsreader"/>
              </a:rPr>
              <a:t>Why this matters</a:t>
            </a:r>
            <a:endParaRPr sz="1100"/>
          </a:p>
        </p:txBody>
      </p:sp>
      <p:sp>
        <p:nvSpPr>
          <p:cNvPr id="220" name="Google Shape;220;p30"/>
          <p:cNvSpPr txBox="1"/>
          <p:nvPr/>
        </p:nvSpPr>
        <p:spPr>
          <a:xfrm>
            <a:off x="342986" y="1200150"/>
            <a:ext cx="4115700" cy="408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100" u="none" cap="none" strike="noStrike">
                <a:solidFill>
                  <a:srgbClr val="1A2E35"/>
                </a:solidFill>
                <a:latin typeface="Manrope"/>
                <a:ea typeface="Manrope"/>
                <a:cs typeface="Manrope"/>
                <a:sym typeface="Manrope"/>
              </a:rPr>
              <a:t>What the data </a:t>
            </a:r>
            <a:r>
              <a:rPr b="1" lang="en" sz="1100">
                <a:solidFill>
                  <a:srgbClr val="1A2E35"/>
                </a:solidFill>
                <a:latin typeface="Manrope"/>
                <a:ea typeface="Manrope"/>
                <a:cs typeface="Manrope"/>
                <a:sym typeface="Manrope"/>
              </a:rPr>
              <a:t>showed us </a:t>
            </a:r>
            <a:endParaRPr b="1" sz="1100">
              <a:solidFill>
                <a:srgbClr val="1A2E35"/>
              </a:solidFill>
              <a:latin typeface="Manrope"/>
              <a:ea typeface="Manrope"/>
              <a:cs typeface="Manrope"/>
              <a:sym typeface="Manrope"/>
            </a:endParaRPr>
          </a:p>
          <a:p>
            <a:pPr indent="0" lvl="0" marL="0" marR="0" rtl="0" algn="l">
              <a:spcBef>
                <a:spcPts val="0"/>
              </a:spcBef>
              <a:spcAft>
                <a:spcPts val="0"/>
              </a:spcAft>
              <a:buNone/>
            </a:pPr>
            <a:r>
              <a:t/>
            </a:r>
            <a:endParaRPr b="1" sz="1100">
              <a:solidFill>
                <a:srgbClr val="1A2E35"/>
              </a:solidFill>
              <a:latin typeface="Manrope"/>
              <a:ea typeface="Manrope"/>
              <a:cs typeface="Manrope"/>
              <a:sym typeface="Manrope"/>
            </a:endParaRPr>
          </a:p>
        </p:txBody>
      </p:sp>
      <p:sp>
        <p:nvSpPr>
          <p:cNvPr id="221" name="Google Shape;221;p30"/>
          <p:cNvSpPr/>
          <p:nvPr/>
        </p:nvSpPr>
        <p:spPr>
          <a:xfrm>
            <a:off x="342986" y="1645920"/>
            <a:ext cx="41158" cy="377190"/>
          </a:xfrm>
          <a:prstGeom prst="rect">
            <a:avLst/>
          </a:prstGeom>
          <a:solidFill>
            <a:srgbClr val="C5B358"/>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22" name="Google Shape;222;p30"/>
          <p:cNvSpPr txBox="1"/>
          <p:nvPr/>
        </p:nvSpPr>
        <p:spPr>
          <a:xfrm>
            <a:off x="514479" y="1577340"/>
            <a:ext cx="3772844" cy="2400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000" u="none" cap="none" strike="noStrike">
                <a:solidFill>
                  <a:srgbClr val="1A2E35"/>
                </a:solidFill>
                <a:latin typeface="Manrope"/>
                <a:ea typeface="Manrope"/>
                <a:cs typeface="Manrope"/>
                <a:sym typeface="Manrope"/>
              </a:rPr>
              <a:t>General FAQ dominates</a:t>
            </a:r>
            <a:endParaRPr sz="1100"/>
          </a:p>
        </p:txBody>
      </p:sp>
      <p:sp>
        <p:nvSpPr>
          <p:cNvPr id="223" name="Google Shape;223;p30"/>
          <p:cNvSpPr txBox="1"/>
          <p:nvPr/>
        </p:nvSpPr>
        <p:spPr>
          <a:xfrm>
            <a:off x="514479" y="1837943"/>
            <a:ext cx="3772844" cy="41148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800" u="none" cap="none" strike="noStrike">
                <a:solidFill>
                  <a:srgbClr val="7D8C7F"/>
                </a:solidFill>
                <a:latin typeface="Manrope"/>
                <a:ea typeface="Manrope"/>
                <a:cs typeface="Manrope"/>
                <a:sym typeface="Manrope"/>
              </a:rPr>
              <a:t>63% of all requests are questions the AI handles instantly. Biggest efficiency opportunity on the platform.</a:t>
            </a:r>
            <a:endParaRPr sz="1100"/>
          </a:p>
        </p:txBody>
      </p:sp>
      <p:sp>
        <p:nvSpPr>
          <p:cNvPr id="224" name="Google Shape;224;p30"/>
          <p:cNvSpPr/>
          <p:nvPr/>
        </p:nvSpPr>
        <p:spPr>
          <a:xfrm>
            <a:off x="342986" y="2400300"/>
            <a:ext cx="41158" cy="377190"/>
          </a:xfrm>
          <a:prstGeom prst="rect">
            <a:avLst/>
          </a:prstGeom>
          <a:solidFill>
            <a:srgbClr val="C5B358"/>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25" name="Google Shape;225;p30"/>
          <p:cNvSpPr txBox="1"/>
          <p:nvPr/>
        </p:nvSpPr>
        <p:spPr>
          <a:xfrm>
            <a:off x="514479" y="2331720"/>
            <a:ext cx="3772844" cy="2400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000" u="none" cap="none" strike="noStrike">
                <a:solidFill>
                  <a:srgbClr val="1A2E35"/>
                </a:solidFill>
                <a:latin typeface="Manrope"/>
                <a:ea typeface="Manrope"/>
                <a:cs typeface="Manrope"/>
                <a:sym typeface="Manrope"/>
              </a:rPr>
              <a:t>AI handled 36% of conversations</a:t>
            </a:r>
            <a:endParaRPr sz="1100"/>
          </a:p>
        </p:txBody>
      </p:sp>
      <p:sp>
        <p:nvSpPr>
          <p:cNvPr id="226" name="Google Shape;226;p30"/>
          <p:cNvSpPr txBox="1"/>
          <p:nvPr/>
        </p:nvSpPr>
        <p:spPr>
          <a:xfrm>
            <a:off x="514479" y="2592324"/>
            <a:ext cx="3772844" cy="41148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800" u="none" cap="none" strike="noStrike">
                <a:solidFill>
                  <a:srgbClr val="7D8C7F"/>
                </a:solidFill>
                <a:latin typeface="Manrope"/>
                <a:ea typeface="Manrope"/>
                <a:cs typeface="Manrope"/>
                <a:sym typeface="Manrope"/>
              </a:rPr>
              <a:t>Already resolving more than a third of guest interactions with zero staff involvement.</a:t>
            </a:r>
            <a:endParaRPr sz="1100"/>
          </a:p>
        </p:txBody>
      </p:sp>
      <p:sp>
        <p:nvSpPr>
          <p:cNvPr id="227" name="Google Shape;227;p30"/>
          <p:cNvSpPr/>
          <p:nvPr/>
        </p:nvSpPr>
        <p:spPr>
          <a:xfrm>
            <a:off x="342986" y="3154680"/>
            <a:ext cx="41158" cy="377190"/>
          </a:xfrm>
          <a:prstGeom prst="rect">
            <a:avLst/>
          </a:prstGeom>
          <a:solidFill>
            <a:srgbClr val="C5B358"/>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28" name="Google Shape;228;p30"/>
          <p:cNvSpPr txBox="1"/>
          <p:nvPr/>
        </p:nvSpPr>
        <p:spPr>
          <a:xfrm>
            <a:off x="514479" y="3086100"/>
            <a:ext cx="3772844" cy="2400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000" u="none" cap="none" strike="noStrike">
                <a:solidFill>
                  <a:srgbClr val="1A2E35"/>
                </a:solidFill>
                <a:latin typeface="Manrope"/>
                <a:ea typeface="Manrope"/>
                <a:cs typeface="Manrope"/>
                <a:sym typeface="Manrope"/>
              </a:rPr>
              <a:t>86% guest satisfaction</a:t>
            </a:r>
            <a:endParaRPr sz="1100"/>
          </a:p>
        </p:txBody>
      </p:sp>
      <p:sp>
        <p:nvSpPr>
          <p:cNvPr id="229" name="Google Shape;229;p30"/>
          <p:cNvSpPr txBox="1"/>
          <p:nvPr/>
        </p:nvSpPr>
        <p:spPr>
          <a:xfrm>
            <a:off x="514479" y="3346704"/>
            <a:ext cx="3772844" cy="41148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800" u="none" cap="none" strike="noStrike">
                <a:solidFill>
                  <a:srgbClr val="7D8C7F"/>
                </a:solidFill>
                <a:latin typeface="Manrope"/>
                <a:ea typeface="Manrope"/>
                <a:cs typeface="Manrope"/>
                <a:sym typeface="Manrope"/>
              </a:rPr>
              <a:t>Above industry benchmarks, despite most interactions being AI-handled.</a:t>
            </a:r>
            <a:endParaRPr sz="1100"/>
          </a:p>
        </p:txBody>
      </p:sp>
      <p:sp>
        <p:nvSpPr>
          <p:cNvPr id="230" name="Google Shape;230;p30"/>
          <p:cNvSpPr/>
          <p:nvPr/>
        </p:nvSpPr>
        <p:spPr>
          <a:xfrm>
            <a:off x="342986" y="3909059"/>
            <a:ext cx="41158" cy="377190"/>
          </a:xfrm>
          <a:prstGeom prst="rect">
            <a:avLst/>
          </a:prstGeom>
          <a:solidFill>
            <a:srgbClr val="C5B358"/>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31" name="Google Shape;231;p30"/>
          <p:cNvSpPr txBox="1"/>
          <p:nvPr/>
        </p:nvSpPr>
        <p:spPr>
          <a:xfrm>
            <a:off x="514479" y="3840480"/>
            <a:ext cx="3772844" cy="2400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000" u="none" cap="none" strike="noStrike">
                <a:solidFill>
                  <a:srgbClr val="1A2E35"/>
                </a:solidFill>
                <a:latin typeface="Manrope"/>
                <a:ea typeface="Manrope"/>
                <a:cs typeface="Manrope"/>
                <a:sym typeface="Manrope"/>
              </a:rPr>
              <a:t>Maintenance is the top escalation</a:t>
            </a:r>
            <a:endParaRPr sz="1100"/>
          </a:p>
        </p:txBody>
      </p:sp>
      <p:sp>
        <p:nvSpPr>
          <p:cNvPr id="232" name="Google Shape;232;p30"/>
          <p:cNvSpPr txBox="1"/>
          <p:nvPr/>
        </p:nvSpPr>
        <p:spPr>
          <a:xfrm>
            <a:off x="514479" y="4101084"/>
            <a:ext cx="37728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800" u="none" cap="none" strike="noStrike">
                <a:solidFill>
                  <a:srgbClr val="7D8C7F"/>
                </a:solidFill>
                <a:latin typeface="Manrope"/>
                <a:ea typeface="Manrope"/>
                <a:cs typeface="Manrope"/>
                <a:sym typeface="Manrope"/>
              </a:rPr>
              <a:t>The category most likely to need a human</a:t>
            </a:r>
            <a:endParaRPr sz="1100"/>
          </a:p>
        </p:txBody>
      </p:sp>
      <p:sp>
        <p:nvSpPr>
          <p:cNvPr id="233" name="Google Shape;233;p30"/>
          <p:cNvSpPr/>
          <p:nvPr/>
        </p:nvSpPr>
        <p:spPr>
          <a:xfrm>
            <a:off x="4801801" y="1097280"/>
            <a:ext cx="4047232" cy="3909060"/>
          </a:xfrm>
          <a:prstGeom prst="rect">
            <a:avLst/>
          </a:prstGeom>
          <a:solidFill>
            <a:srgbClr val="1A2E35"/>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34" name="Google Shape;234;p30"/>
          <p:cNvSpPr txBox="1"/>
          <p:nvPr/>
        </p:nvSpPr>
        <p:spPr>
          <a:xfrm>
            <a:off x="4973294" y="1268730"/>
            <a:ext cx="3635650" cy="27432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100" u="none" cap="none" strike="noStrike">
                <a:solidFill>
                  <a:srgbClr val="FFFFFF"/>
                </a:solidFill>
                <a:latin typeface="Manrope"/>
                <a:ea typeface="Manrope"/>
                <a:cs typeface="Manrope"/>
                <a:sym typeface="Manrope"/>
              </a:rPr>
              <a:t>The bigger picture</a:t>
            </a:r>
            <a:endParaRPr sz="1100"/>
          </a:p>
        </p:txBody>
      </p:sp>
      <p:sp>
        <p:nvSpPr>
          <p:cNvPr id="235" name="Google Shape;235;p30"/>
          <p:cNvSpPr/>
          <p:nvPr/>
        </p:nvSpPr>
        <p:spPr>
          <a:xfrm>
            <a:off x="4973294" y="1735074"/>
            <a:ext cx="41158" cy="377190"/>
          </a:xfrm>
          <a:prstGeom prst="rect">
            <a:avLst/>
          </a:prstGeom>
          <a:solidFill>
            <a:srgbClr val="C5B358"/>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36" name="Google Shape;236;p30"/>
          <p:cNvSpPr txBox="1"/>
          <p:nvPr/>
        </p:nvSpPr>
        <p:spPr>
          <a:xfrm>
            <a:off x="5110488" y="1680210"/>
            <a:ext cx="3498600" cy="346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900" u="none" cap="none" strike="noStrike">
                <a:solidFill>
                  <a:srgbClr val="7D8C7F"/>
                </a:solidFill>
                <a:latin typeface="Manrope"/>
                <a:ea typeface="Manrope"/>
                <a:cs typeface="Manrope"/>
                <a:sym typeface="Manrope"/>
              </a:rPr>
              <a:t>Hotel</a:t>
            </a:r>
            <a:r>
              <a:rPr lang="en" sz="900">
                <a:solidFill>
                  <a:srgbClr val="7D8C7F"/>
                </a:solidFill>
                <a:latin typeface="Manrope"/>
                <a:ea typeface="Manrope"/>
                <a:cs typeface="Manrope"/>
                <a:sym typeface="Manrope"/>
              </a:rPr>
              <a:t> managers </a:t>
            </a:r>
            <a:r>
              <a:rPr b="0" i="0" lang="en" sz="900" u="none" cap="none" strike="noStrike">
                <a:solidFill>
                  <a:srgbClr val="7D8C7F"/>
                </a:solidFill>
                <a:latin typeface="Manrope"/>
                <a:ea typeface="Manrope"/>
                <a:cs typeface="Manrope"/>
                <a:sym typeface="Manrope"/>
              </a:rPr>
              <a:t>have no visibility into their own operations. This dashboard changes that.</a:t>
            </a:r>
            <a:endParaRPr sz="1100"/>
          </a:p>
        </p:txBody>
      </p:sp>
      <p:sp>
        <p:nvSpPr>
          <p:cNvPr id="237" name="Google Shape;237;p30"/>
          <p:cNvSpPr/>
          <p:nvPr/>
        </p:nvSpPr>
        <p:spPr>
          <a:xfrm>
            <a:off x="4973294" y="2523744"/>
            <a:ext cx="41158" cy="377190"/>
          </a:xfrm>
          <a:prstGeom prst="rect">
            <a:avLst/>
          </a:prstGeom>
          <a:solidFill>
            <a:srgbClr val="C5B358"/>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38" name="Google Shape;238;p30"/>
          <p:cNvSpPr txBox="1"/>
          <p:nvPr/>
        </p:nvSpPr>
        <p:spPr>
          <a:xfrm>
            <a:off x="5110488" y="2571755"/>
            <a:ext cx="3498600" cy="484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900" u="none" cap="none" strike="noStrike">
                <a:solidFill>
                  <a:srgbClr val="7D8C7F"/>
                </a:solidFill>
                <a:latin typeface="Manrope"/>
                <a:ea typeface="Manrope"/>
                <a:cs typeface="Manrope"/>
                <a:sym typeface="Manrope"/>
              </a:rPr>
              <a:t>AI tools are only as good as the insights they surface. Data without visualization is just noise</a:t>
            </a:r>
            <a:r>
              <a:rPr lang="en" sz="900">
                <a:solidFill>
                  <a:srgbClr val="7D8C7F"/>
                </a:solidFill>
                <a:latin typeface="Manrope"/>
                <a:ea typeface="Manrope"/>
                <a:cs typeface="Manrope"/>
                <a:sym typeface="Manrope"/>
              </a:rPr>
              <a:t> that you don’t know what to do with. </a:t>
            </a:r>
            <a:endParaRPr sz="1100"/>
          </a:p>
        </p:txBody>
      </p:sp>
      <p:sp>
        <p:nvSpPr>
          <p:cNvPr id="239" name="Google Shape;239;p30"/>
          <p:cNvSpPr/>
          <p:nvPr/>
        </p:nvSpPr>
        <p:spPr>
          <a:xfrm>
            <a:off x="4973294" y="3312414"/>
            <a:ext cx="41158" cy="377190"/>
          </a:xfrm>
          <a:prstGeom prst="rect">
            <a:avLst/>
          </a:prstGeom>
          <a:solidFill>
            <a:srgbClr val="C5B358"/>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40" name="Google Shape;240;p30"/>
          <p:cNvSpPr txBox="1"/>
          <p:nvPr/>
        </p:nvSpPr>
        <p:spPr>
          <a:xfrm>
            <a:off x="5110488" y="3257550"/>
            <a:ext cx="3498600" cy="346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900" u="none" cap="none" strike="noStrike">
                <a:solidFill>
                  <a:srgbClr val="7D8C7F"/>
                </a:solidFill>
                <a:latin typeface="Manrope"/>
                <a:ea typeface="Manrope"/>
                <a:cs typeface="Manrope"/>
                <a:sym typeface="Manrope"/>
              </a:rPr>
              <a:t>For Odysseas, this dashboard is a sales tool</a:t>
            </a:r>
            <a:r>
              <a:rPr lang="en" sz="900">
                <a:solidFill>
                  <a:srgbClr val="7D8C7F"/>
                </a:solidFill>
                <a:latin typeface="Manrope"/>
                <a:ea typeface="Manrope"/>
                <a:cs typeface="Manrope"/>
                <a:sym typeface="Manrope"/>
              </a:rPr>
              <a:t>, </a:t>
            </a:r>
            <a:r>
              <a:rPr b="0" i="0" lang="en" sz="900" u="none" cap="none" strike="noStrike">
                <a:solidFill>
                  <a:srgbClr val="7D8C7F"/>
                </a:solidFill>
                <a:latin typeface="Manrope"/>
                <a:ea typeface="Manrope"/>
                <a:cs typeface="Manrope"/>
                <a:sym typeface="Manrope"/>
              </a:rPr>
              <a:t>proof that Unloket generates measurable ROI for hotel</a:t>
            </a:r>
            <a:r>
              <a:rPr lang="en" sz="900">
                <a:solidFill>
                  <a:srgbClr val="7D8C7F"/>
                </a:solidFill>
                <a:latin typeface="Manrope"/>
                <a:ea typeface="Manrope"/>
                <a:cs typeface="Manrope"/>
                <a:sym typeface="Manrope"/>
              </a:rPr>
              <a:t>s.</a:t>
            </a:r>
            <a:endParaRPr sz="1100"/>
          </a:p>
        </p:txBody>
      </p:sp>
      <p:sp>
        <p:nvSpPr>
          <p:cNvPr id="241" name="Google Shape;241;p30"/>
          <p:cNvSpPr/>
          <p:nvPr/>
        </p:nvSpPr>
        <p:spPr>
          <a:xfrm>
            <a:off x="4973294" y="4101084"/>
            <a:ext cx="41158" cy="377190"/>
          </a:xfrm>
          <a:prstGeom prst="rect">
            <a:avLst/>
          </a:prstGeom>
          <a:solidFill>
            <a:srgbClr val="C5B358"/>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42" name="Google Shape;242;p30"/>
          <p:cNvSpPr txBox="1"/>
          <p:nvPr/>
        </p:nvSpPr>
        <p:spPr>
          <a:xfrm>
            <a:off x="5110488" y="4046220"/>
            <a:ext cx="3498600" cy="346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900" u="none" cap="none" strike="noStrike">
                <a:solidFill>
                  <a:srgbClr val="7D8C7F"/>
                </a:solidFill>
                <a:latin typeface="Manrope"/>
                <a:ea typeface="Manrope"/>
                <a:cs typeface="Manrope"/>
                <a:sym typeface="Manrope"/>
              </a:rPr>
              <a:t>For the New Venture Challenge</a:t>
            </a:r>
            <a:r>
              <a:rPr lang="en" sz="900">
                <a:solidFill>
                  <a:srgbClr val="7D8C7F"/>
                </a:solidFill>
                <a:latin typeface="Manrope"/>
                <a:ea typeface="Manrope"/>
                <a:cs typeface="Manrope"/>
                <a:sym typeface="Manrope"/>
              </a:rPr>
              <a:t>,</a:t>
            </a:r>
            <a:r>
              <a:rPr b="0" i="0" lang="en" sz="900" u="none" cap="none" strike="noStrike">
                <a:solidFill>
                  <a:srgbClr val="7D8C7F"/>
                </a:solidFill>
                <a:latin typeface="Manrope"/>
                <a:ea typeface="Manrope"/>
                <a:cs typeface="Manrope"/>
                <a:sym typeface="Manrope"/>
              </a:rPr>
              <a:t> this is what separates a product from a real business.</a:t>
            </a:r>
            <a:endParaRPr sz="11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